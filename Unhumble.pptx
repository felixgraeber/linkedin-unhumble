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EEBD"/>
    <a:srgbClr val="47D4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87" d="100"/>
          <a:sy n="87" d="100"/>
        </p:scale>
        <p:origin x="872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E728D47-DCE3-7EEB-A91C-DCAF419D912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46691973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21788D9-B5CD-2F80-ED68-259BFF15EAC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747117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572D35C5-98CB-EF2B-D33C-800D08A2BD24}"/>
              </a:ext>
            </a:extLst>
          </p:cNvPr>
          <p:cNvGrpSpPr/>
          <p:nvPr/>
        </p:nvGrpSpPr>
        <p:grpSpPr>
          <a:xfrm>
            <a:off x="735725" y="25880"/>
            <a:ext cx="10797510" cy="6742783"/>
            <a:chOff x="735725" y="25880"/>
            <a:chExt cx="10797510" cy="67427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7DB2351-9DF7-3559-7249-55EA67579545}"/>
                </a:ext>
              </a:extLst>
            </p:cNvPr>
            <p:cNvSpPr/>
            <p:nvPr/>
          </p:nvSpPr>
          <p:spPr>
            <a:xfrm>
              <a:off x="744782" y="25880"/>
              <a:ext cx="10788453" cy="6742783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FFFFFF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0A31FBB-E485-1B77-1197-CBEE92CFD0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235" t="1226" r="4644" b="1302"/>
            <a:stretch/>
          </p:blipFill>
          <p:spPr>
            <a:xfrm>
              <a:off x="3731172" y="69335"/>
              <a:ext cx="4708635" cy="6684580"/>
            </a:xfrm>
            <a:prstGeom prst="rect">
              <a:avLst/>
            </a:prstGeom>
          </p:spPr>
        </p:pic>
        <p:sp>
          <p:nvSpPr>
            <p:cNvPr id="6" name="Freeform 72">
              <a:extLst>
                <a:ext uri="{FF2B5EF4-FFF2-40B4-BE49-F238E27FC236}">
                  <a16:creationId xmlns:a16="http://schemas.microsoft.com/office/drawing/2014/main" id="{61EF16AA-186D-DA1C-A8A7-2C5918BF5FF6}"/>
                </a:ext>
              </a:extLst>
            </p:cNvPr>
            <p:cNvSpPr>
              <a:spLocks/>
            </p:cNvSpPr>
            <p:nvPr/>
          </p:nvSpPr>
          <p:spPr bwMode="auto">
            <a:xfrm rot="14660993">
              <a:off x="2503524" y="199245"/>
              <a:ext cx="414442" cy="2376312"/>
            </a:xfrm>
            <a:custGeom>
              <a:avLst/>
              <a:gdLst/>
              <a:ahLst/>
              <a:cxnLst>
                <a:cxn ang="0">
                  <a:pos x="158" y="574"/>
                </a:cxn>
                <a:cxn ang="0">
                  <a:pos x="156" y="576"/>
                </a:cxn>
                <a:cxn ang="0">
                  <a:pos x="152" y="578"/>
                </a:cxn>
                <a:cxn ang="0">
                  <a:pos x="120" y="594"/>
                </a:cxn>
                <a:cxn ang="0">
                  <a:pos x="72" y="624"/>
                </a:cxn>
                <a:cxn ang="0">
                  <a:pos x="56" y="632"/>
                </a:cxn>
                <a:cxn ang="0">
                  <a:pos x="30" y="650"/>
                </a:cxn>
                <a:cxn ang="0">
                  <a:pos x="58" y="608"/>
                </a:cxn>
                <a:cxn ang="0">
                  <a:pos x="112" y="502"/>
                </a:cxn>
                <a:cxn ang="0">
                  <a:pos x="152" y="382"/>
                </a:cxn>
                <a:cxn ang="0">
                  <a:pos x="162" y="266"/>
                </a:cxn>
                <a:cxn ang="0">
                  <a:pos x="156" y="204"/>
                </a:cxn>
                <a:cxn ang="0">
                  <a:pos x="150" y="178"/>
                </a:cxn>
                <a:cxn ang="0">
                  <a:pos x="118" y="90"/>
                </a:cxn>
                <a:cxn ang="0">
                  <a:pos x="74" y="22"/>
                </a:cxn>
                <a:cxn ang="0">
                  <a:pos x="54" y="0"/>
                </a:cxn>
                <a:cxn ang="0">
                  <a:pos x="48" y="10"/>
                </a:cxn>
                <a:cxn ang="0">
                  <a:pos x="58" y="28"/>
                </a:cxn>
                <a:cxn ang="0">
                  <a:pos x="82" y="70"/>
                </a:cxn>
                <a:cxn ang="0">
                  <a:pos x="110" y="124"/>
                </a:cxn>
                <a:cxn ang="0">
                  <a:pos x="134" y="196"/>
                </a:cxn>
                <a:cxn ang="0">
                  <a:pos x="144" y="284"/>
                </a:cxn>
                <a:cxn ang="0">
                  <a:pos x="140" y="334"/>
                </a:cxn>
                <a:cxn ang="0">
                  <a:pos x="138" y="354"/>
                </a:cxn>
                <a:cxn ang="0">
                  <a:pos x="120" y="430"/>
                </a:cxn>
                <a:cxn ang="0">
                  <a:pos x="108" y="462"/>
                </a:cxn>
                <a:cxn ang="0">
                  <a:pos x="78" y="536"/>
                </a:cxn>
                <a:cxn ang="0">
                  <a:pos x="24" y="634"/>
                </a:cxn>
                <a:cxn ang="0">
                  <a:pos x="24" y="634"/>
                </a:cxn>
                <a:cxn ang="0">
                  <a:pos x="20" y="602"/>
                </a:cxn>
                <a:cxn ang="0">
                  <a:pos x="20" y="590"/>
                </a:cxn>
                <a:cxn ang="0">
                  <a:pos x="22" y="570"/>
                </a:cxn>
                <a:cxn ang="0">
                  <a:pos x="26" y="562"/>
                </a:cxn>
                <a:cxn ang="0">
                  <a:pos x="16" y="562"/>
                </a:cxn>
                <a:cxn ang="0">
                  <a:pos x="8" y="564"/>
                </a:cxn>
                <a:cxn ang="0">
                  <a:pos x="0" y="576"/>
                </a:cxn>
                <a:cxn ang="0">
                  <a:pos x="2" y="596"/>
                </a:cxn>
                <a:cxn ang="0">
                  <a:pos x="2" y="612"/>
                </a:cxn>
                <a:cxn ang="0">
                  <a:pos x="4" y="630"/>
                </a:cxn>
                <a:cxn ang="0">
                  <a:pos x="8" y="642"/>
                </a:cxn>
                <a:cxn ang="0">
                  <a:pos x="8" y="652"/>
                </a:cxn>
                <a:cxn ang="0">
                  <a:pos x="16" y="662"/>
                </a:cxn>
                <a:cxn ang="0">
                  <a:pos x="20" y="664"/>
                </a:cxn>
                <a:cxn ang="0">
                  <a:pos x="26" y="668"/>
                </a:cxn>
                <a:cxn ang="0">
                  <a:pos x="46" y="662"/>
                </a:cxn>
                <a:cxn ang="0">
                  <a:pos x="72" y="646"/>
                </a:cxn>
                <a:cxn ang="0">
                  <a:pos x="94" y="632"/>
                </a:cxn>
                <a:cxn ang="0">
                  <a:pos x="118" y="616"/>
                </a:cxn>
                <a:cxn ang="0">
                  <a:pos x="130" y="610"/>
                </a:cxn>
                <a:cxn ang="0">
                  <a:pos x="138" y="604"/>
                </a:cxn>
                <a:cxn ang="0">
                  <a:pos x="162" y="582"/>
                </a:cxn>
                <a:cxn ang="0">
                  <a:pos x="160" y="578"/>
                </a:cxn>
              </a:cxnLst>
              <a:rect l="0" t="0" r="r" b="b"/>
              <a:pathLst>
                <a:path w="162" h="668">
                  <a:moveTo>
                    <a:pt x="160" y="578"/>
                  </a:moveTo>
                  <a:lnTo>
                    <a:pt x="160" y="578"/>
                  </a:lnTo>
                  <a:lnTo>
                    <a:pt x="158" y="574"/>
                  </a:lnTo>
                  <a:lnTo>
                    <a:pt x="158" y="574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4" y="578"/>
                  </a:lnTo>
                  <a:lnTo>
                    <a:pt x="152" y="578"/>
                  </a:lnTo>
                  <a:lnTo>
                    <a:pt x="152" y="578"/>
                  </a:lnTo>
                  <a:lnTo>
                    <a:pt x="136" y="586"/>
                  </a:lnTo>
                  <a:lnTo>
                    <a:pt x="120" y="594"/>
                  </a:lnTo>
                  <a:lnTo>
                    <a:pt x="120" y="594"/>
                  </a:lnTo>
                  <a:lnTo>
                    <a:pt x="102" y="604"/>
                  </a:lnTo>
                  <a:lnTo>
                    <a:pt x="102" y="604"/>
                  </a:lnTo>
                  <a:lnTo>
                    <a:pt x="72" y="624"/>
                  </a:lnTo>
                  <a:lnTo>
                    <a:pt x="72" y="624"/>
                  </a:lnTo>
                  <a:lnTo>
                    <a:pt x="66" y="626"/>
                  </a:lnTo>
                  <a:lnTo>
                    <a:pt x="62" y="630"/>
                  </a:lnTo>
                  <a:lnTo>
                    <a:pt x="62" y="630"/>
                  </a:lnTo>
                  <a:lnTo>
                    <a:pt x="56" y="632"/>
                  </a:lnTo>
                  <a:lnTo>
                    <a:pt x="52" y="636"/>
                  </a:lnTo>
                  <a:lnTo>
                    <a:pt x="52" y="636"/>
                  </a:lnTo>
                  <a:lnTo>
                    <a:pt x="42" y="642"/>
                  </a:lnTo>
                  <a:lnTo>
                    <a:pt x="30" y="650"/>
                  </a:lnTo>
                  <a:lnTo>
                    <a:pt x="30" y="650"/>
                  </a:lnTo>
                  <a:lnTo>
                    <a:pt x="36" y="640"/>
                  </a:lnTo>
                  <a:lnTo>
                    <a:pt x="36" y="640"/>
                  </a:lnTo>
                  <a:lnTo>
                    <a:pt x="58" y="608"/>
                  </a:lnTo>
                  <a:lnTo>
                    <a:pt x="78" y="574"/>
                  </a:lnTo>
                  <a:lnTo>
                    <a:pt x="96" y="538"/>
                  </a:lnTo>
                  <a:lnTo>
                    <a:pt x="112" y="502"/>
                  </a:lnTo>
                  <a:lnTo>
                    <a:pt x="112" y="502"/>
                  </a:lnTo>
                  <a:lnTo>
                    <a:pt x="130" y="460"/>
                  </a:lnTo>
                  <a:lnTo>
                    <a:pt x="142" y="420"/>
                  </a:lnTo>
                  <a:lnTo>
                    <a:pt x="142" y="420"/>
                  </a:lnTo>
                  <a:lnTo>
                    <a:pt x="152" y="382"/>
                  </a:lnTo>
                  <a:lnTo>
                    <a:pt x="158" y="344"/>
                  </a:lnTo>
                  <a:lnTo>
                    <a:pt x="162" y="304"/>
                  </a:lnTo>
                  <a:lnTo>
                    <a:pt x="162" y="266"/>
                  </a:lnTo>
                  <a:lnTo>
                    <a:pt x="162" y="266"/>
                  </a:lnTo>
                  <a:lnTo>
                    <a:pt x="160" y="242"/>
                  </a:lnTo>
                  <a:lnTo>
                    <a:pt x="156" y="216"/>
                  </a:lnTo>
                  <a:lnTo>
                    <a:pt x="156" y="216"/>
                  </a:lnTo>
                  <a:lnTo>
                    <a:pt x="156" y="204"/>
                  </a:lnTo>
                  <a:lnTo>
                    <a:pt x="154" y="190"/>
                  </a:lnTo>
                  <a:lnTo>
                    <a:pt x="154" y="190"/>
                  </a:lnTo>
                  <a:lnTo>
                    <a:pt x="150" y="178"/>
                  </a:lnTo>
                  <a:lnTo>
                    <a:pt x="150" y="178"/>
                  </a:lnTo>
                  <a:lnTo>
                    <a:pt x="146" y="164"/>
                  </a:lnTo>
                  <a:lnTo>
                    <a:pt x="146" y="164"/>
                  </a:lnTo>
                  <a:lnTo>
                    <a:pt x="134" y="128"/>
                  </a:lnTo>
                  <a:lnTo>
                    <a:pt x="118" y="90"/>
                  </a:lnTo>
                  <a:lnTo>
                    <a:pt x="118" y="90"/>
                  </a:lnTo>
                  <a:lnTo>
                    <a:pt x="96" y="54"/>
                  </a:lnTo>
                  <a:lnTo>
                    <a:pt x="74" y="22"/>
                  </a:lnTo>
                  <a:lnTo>
                    <a:pt x="74" y="22"/>
                  </a:lnTo>
                  <a:lnTo>
                    <a:pt x="68" y="12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54" y="0"/>
                  </a:lnTo>
                  <a:lnTo>
                    <a:pt x="52" y="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10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4" y="22"/>
                  </a:lnTo>
                  <a:lnTo>
                    <a:pt x="58" y="28"/>
                  </a:lnTo>
                  <a:lnTo>
                    <a:pt x="58" y="28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82" y="70"/>
                  </a:lnTo>
                  <a:lnTo>
                    <a:pt x="100" y="98"/>
                  </a:lnTo>
                  <a:lnTo>
                    <a:pt x="100" y="98"/>
                  </a:lnTo>
                  <a:lnTo>
                    <a:pt x="106" y="110"/>
                  </a:lnTo>
                  <a:lnTo>
                    <a:pt x="110" y="124"/>
                  </a:lnTo>
                  <a:lnTo>
                    <a:pt x="110" y="124"/>
                  </a:lnTo>
                  <a:lnTo>
                    <a:pt x="120" y="148"/>
                  </a:lnTo>
                  <a:lnTo>
                    <a:pt x="128" y="172"/>
                  </a:lnTo>
                  <a:lnTo>
                    <a:pt x="134" y="196"/>
                  </a:lnTo>
                  <a:lnTo>
                    <a:pt x="138" y="220"/>
                  </a:lnTo>
                  <a:lnTo>
                    <a:pt x="138" y="220"/>
                  </a:lnTo>
                  <a:lnTo>
                    <a:pt x="142" y="260"/>
                  </a:lnTo>
                  <a:lnTo>
                    <a:pt x="144" y="284"/>
                  </a:lnTo>
                  <a:lnTo>
                    <a:pt x="142" y="306"/>
                  </a:lnTo>
                  <a:lnTo>
                    <a:pt x="142" y="306"/>
                  </a:lnTo>
                  <a:lnTo>
                    <a:pt x="140" y="326"/>
                  </a:lnTo>
                  <a:lnTo>
                    <a:pt x="140" y="334"/>
                  </a:lnTo>
                  <a:lnTo>
                    <a:pt x="140" y="334"/>
                  </a:lnTo>
                  <a:lnTo>
                    <a:pt x="140" y="340"/>
                  </a:lnTo>
                  <a:lnTo>
                    <a:pt x="138" y="354"/>
                  </a:lnTo>
                  <a:lnTo>
                    <a:pt x="138" y="354"/>
                  </a:lnTo>
                  <a:lnTo>
                    <a:pt x="132" y="380"/>
                  </a:lnTo>
                  <a:lnTo>
                    <a:pt x="132" y="380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14" y="446"/>
                  </a:lnTo>
                  <a:lnTo>
                    <a:pt x="114" y="446"/>
                  </a:lnTo>
                  <a:lnTo>
                    <a:pt x="108" y="462"/>
                  </a:lnTo>
                  <a:lnTo>
                    <a:pt x="108" y="462"/>
                  </a:lnTo>
                  <a:lnTo>
                    <a:pt x="96" y="494"/>
                  </a:lnTo>
                  <a:lnTo>
                    <a:pt x="84" y="522"/>
                  </a:lnTo>
                  <a:lnTo>
                    <a:pt x="84" y="522"/>
                  </a:lnTo>
                  <a:lnTo>
                    <a:pt x="78" y="536"/>
                  </a:lnTo>
                  <a:lnTo>
                    <a:pt x="78" y="536"/>
                  </a:lnTo>
                  <a:lnTo>
                    <a:pt x="52" y="586"/>
                  </a:lnTo>
                  <a:lnTo>
                    <a:pt x="24" y="634"/>
                  </a:lnTo>
                  <a:lnTo>
                    <a:pt x="24" y="634"/>
                  </a:lnTo>
                  <a:lnTo>
                    <a:pt x="24" y="636"/>
                  </a:lnTo>
                  <a:lnTo>
                    <a:pt x="24" y="636"/>
                  </a:lnTo>
                  <a:lnTo>
                    <a:pt x="24" y="634"/>
                  </a:lnTo>
                  <a:lnTo>
                    <a:pt x="24" y="634"/>
                  </a:lnTo>
                  <a:lnTo>
                    <a:pt x="24" y="622"/>
                  </a:lnTo>
                  <a:lnTo>
                    <a:pt x="24" y="622"/>
                  </a:lnTo>
                  <a:lnTo>
                    <a:pt x="20" y="602"/>
                  </a:lnTo>
                  <a:lnTo>
                    <a:pt x="20" y="602"/>
                  </a:lnTo>
                  <a:lnTo>
                    <a:pt x="20" y="598"/>
                  </a:lnTo>
                  <a:lnTo>
                    <a:pt x="20" y="594"/>
                  </a:lnTo>
                  <a:lnTo>
                    <a:pt x="20" y="594"/>
                  </a:lnTo>
                  <a:lnTo>
                    <a:pt x="20" y="590"/>
                  </a:lnTo>
                  <a:lnTo>
                    <a:pt x="20" y="588"/>
                  </a:lnTo>
                  <a:lnTo>
                    <a:pt x="20" y="588"/>
                  </a:lnTo>
                  <a:lnTo>
                    <a:pt x="20" y="576"/>
                  </a:lnTo>
                  <a:lnTo>
                    <a:pt x="22" y="570"/>
                  </a:lnTo>
                  <a:lnTo>
                    <a:pt x="24" y="566"/>
                  </a:lnTo>
                  <a:lnTo>
                    <a:pt x="24" y="566"/>
                  </a:lnTo>
                  <a:lnTo>
                    <a:pt x="26" y="564"/>
                  </a:lnTo>
                  <a:lnTo>
                    <a:pt x="26" y="562"/>
                  </a:lnTo>
                  <a:lnTo>
                    <a:pt x="26" y="562"/>
                  </a:lnTo>
                  <a:lnTo>
                    <a:pt x="22" y="562"/>
                  </a:lnTo>
                  <a:lnTo>
                    <a:pt x="16" y="562"/>
                  </a:lnTo>
                  <a:lnTo>
                    <a:pt x="16" y="562"/>
                  </a:lnTo>
                  <a:lnTo>
                    <a:pt x="12" y="562"/>
                  </a:lnTo>
                  <a:lnTo>
                    <a:pt x="12" y="562"/>
                  </a:lnTo>
                  <a:lnTo>
                    <a:pt x="8" y="564"/>
                  </a:lnTo>
                  <a:lnTo>
                    <a:pt x="8" y="564"/>
                  </a:lnTo>
                  <a:lnTo>
                    <a:pt x="4" y="566"/>
                  </a:lnTo>
                  <a:lnTo>
                    <a:pt x="4" y="566"/>
                  </a:lnTo>
                  <a:lnTo>
                    <a:pt x="2" y="572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0" y="580"/>
                  </a:lnTo>
                  <a:lnTo>
                    <a:pt x="0" y="580"/>
                  </a:lnTo>
                  <a:lnTo>
                    <a:pt x="2" y="596"/>
                  </a:lnTo>
                  <a:lnTo>
                    <a:pt x="2" y="596"/>
                  </a:lnTo>
                  <a:lnTo>
                    <a:pt x="2" y="608"/>
                  </a:lnTo>
                  <a:lnTo>
                    <a:pt x="2" y="608"/>
                  </a:lnTo>
                  <a:lnTo>
                    <a:pt x="2" y="612"/>
                  </a:lnTo>
                  <a:lnTo>
                    <a:pt x="2" y="612"/>
                  </a:lnTo>
                  <a:lnTo>
                    <a:pt x="4" y="628"/>
                  </a:lnTo>
                  <a:lnTo>
                    <a:pt x="4" y="630"/>
                  </a:lnTo>
                  <a:lnTo>
                    <a:pt x="4" y="630"/>
                  </a:lnTo>
                  <a:lnTo>
                    <a:pt x="6" y="632"/>
                  </a:lnTo>
                  <a:lnTo>
                    <a:pt x="6" y="632"/>
                  </a:lnTo>
                  <a:lnTo>
                    <a:pt x="6" y="638"/>
                  </a:lnTo>
                  <a:lnTo>
                    <a:pt x="8" y="642"/>
                  </a:lnTo>
                  <a:lnTo>
                    <a:pt x="8" y="642"/>
                  </a:lnTo>
                  <a:lnTo>
                    <a:pt x="6" y="644"/>
                  </a:lnTo>
                  <a:lnTo>
                    <a:pt x="6" y="644"/>
                  </a:lnTo>
                  <a:lnTo>
                    <a:pt x="8" y="652"/>
                  </a:lnTo>
                  <a:lnTo>
                    <a:pt x="12" y="660"/>
                  </a:lnTo>
                  <a:lnTo>
                    <a:pt x="12" y="660"/>
                  </a:lnTo>
                  <a:lnTo>
                    <a:pt x="16" y="662"/>
                  </a:lnTo>
                  <a:lnTo>
                    <a:pt x="16" y="662"/>
                  </a:lnTo>
                  <a:lnTo>
                    <a:pt x="16" y="664"/>
                  </a:lnTo>
                  <a:lnTo>
                    <a:pt x="16" y="664"/>
                  </a:lnTo>
                  <a:lnTo>
                    <a:pt x="20" y="664"/>
                  </a:lnTo>
                  <a:lnTo>
                    <a:pt x="20" y="664"/>
                  </a:lnTo>
                  <a:lnTo>
                    <a:pt x="22" y="666"/>
                  </a:lnTo>
                  <a:lnTo>
                    <a:pt x="22" y="666"/>
                  </a:lnTo>
                  <a:lnTo>
                    <a:pt x="26" y="668"/>
                  </a:lnTo>
                  <a:lnTo>
                    <a:pt x="26" y="668"/>
                  </a:lnTo>
                  <a:lnTo>
                    <a:pt x="30" y="668"/>
                  </a:lnTo>
                  <a:lnTo>
                    <a:pt x="30" y="668"/>
                  </a:lnTo>
                  <a:lnTo>
                    <a:pt x="40" y="666"/>
                  </a:lnTo>
                  <a:lnTo>
                    <a:pt x="46" y="662"/>
                  </a:lnTo>
                  <a:lnTo>
                    <a:pt x="46" y="662"/>
                  </a:lnTo>
                  <a:lnTo>
                    <a:pt x="52" y="660"/>
                  </a:lnTo>
                  <a:lnTo>
                    <a:pt x="52" y="660"/>
                  </a:lnTo>
                  <a:lnTo>
                    <a:pt x="72" y="646"/>
                  </a:lnTo>
                  <a:lnTo>
                    <a:pt x="72" y="646"/>
                  </a:lnTo>
                  <a:lnTo>
                    <a:pt x="90" y="634"/>
                  </a:lnTo>
                  <a:lnTo>
                    <a:pt x="90" y="634"/>
                  </a:lnTo>
                  <a:lnTo>
                    <a:pt x="94" y="632"/>
                  </a:lnTo>
                  <a:lnTo>
                    <a:pt x="94" y="632"/>
                  </a:lnTo>
                  <a:lnTo>
                    <a:pt x="116" y="618"/>
                  </a:lnTo>
                  <a:lnTo>
                    <a:pt x="116" y="618"/>
                  </a:lnTo>
                  <a:lnTo>
                    <a:pt x="118" y="616"/>
                  </a:lnTo>
                  <a:lnTo>
                    <a:pt x="118" y="616"/>
                  </a:lnTo>
                  <a:lnTo>
                    <a:pt x="122" y="614"/>
                  </a:lnTo>
                  <a:lnTo>
                    <a:pt x="122" y="614"/>
                  </a:lnTo>
                  <a:lnTo>
                    <a:pt x="130" y="610"/>
                  </a:lnTo>
                  <a:lnTo>
                    <a:pt x="136" y="606"/>
                  </a:lnTo>
                  <a:lnTo>
                    <a:pt x="136" y="606"/>
                  </a:lnTo>
                  <a:lnTo>
                    <a:pt x="138" y="604"/>
                  </a:lnTo>
                  <a:lnTo>
                    <a:pt x="138" y="604"/>
                  </a:lnTo>
                  <a:lnTo>
                    <a:pt x="150" y="596"/>
                  </a:lnTo>
                  <a:lnTo>
                    <a:pt x="160" y="588"/>
                  </a:lnTo>
                  <a:lnTo>
                    <a:pt x="160" y="588"/>
                  </a:lnTo>
                  <a:lnTo>
                    <a:pt x="162" y="582"/>
                  </a:lnTo>
                  <a:lnTo>
                    <a:pt x="162" y="582"/>
                  </a:lnTo>
                  <a:lnTo>
                    <a:pt x="162" y="580"/>
                  </a:lnTo>
                  <a:lnTo>
                    <a:pt x="160" y="578"/>
                  </a:lnTo>
                  <a:lnTo>
                    <a:pt x="160" y="578"/>
                  </a:lnTo>
                  <a:close/>
                </a:path>
              </a:pathLst>
            </a:custGeom>
            <a:solidFill>
              <a:srgbClr val="A1EEBD"/>
            </a:solidFill>
            <a:ln w="9525" cap="flat" cmpd="sng" algn="ctr">
              <a:solidFill>
                <a:srgbClr val="A1EEB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121728" tIns="60864" rIns="121728" bIns="60864" numCol="1" anchor="t" anchorCtr="0" compatLnSpc="1">
              <a:prstTxWarp prst="textNoShape">
                <a:avLst/>
              </a:prstTxWarp>
            </a:bodyPr>
            <a:lstStyle/>
            <a:p>
              <a:endParaRPr lang="en-US" sz="2396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11FC89-A787-102D-9A8C-8FED11CDEAB9}"/>
                </a:ext>
              </a:extLst>
            </p:cNvPr>
            <p:cNvSpPr txBox="1"/>
            <p:nvPr/>
          </p:nvSpPr>
          <p:spPr>
            <a:xfrm>
              <a:off x="735725" y="1991836"/>
              <a:ext cx="204254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highlight>
                    <a:srgbClr val="A1EEBD"/>
                  </a:highlight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Pretentious text</a:t>
              </a:r>
              <a:br>
                <a:rPr lang="en-US" sz="2000" b="1" dirty="0">
                  <a:highlight>
                    <a:srgbClr val="A1EEBD"/>
                  </a:highlight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</a:br>
              <a:r>
                <a:rPr lang="en-US" sz="2000" b="1" dirty="0">
                  <a:highlight>
                    <a:srgbClr val="A1EEBD"/>
                  </a:highlight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is greyed out</a:t>
              </a:r>
            </a:p>
          </p:txBody>
        </p:sp>
        <p:sp>
          <p:nvSpPr>
            <p:cNvPr id="8" name="Freeform 72">
              <a:extLst>
                <a:ext uri="{FF2B5EF4-FFF2-40B4-BE49-F238E27FC236}">
                  <a16:creationId xmlns:a16="http://schemas.microsoft.com/office/drawing/2014/main" id="{CE99A475-0192-EC71-F401-1BFAEBCE21E8}"/>
                </a:ext>
              </a:extLst>
            </p:cNvPr>
            <p:cNvSpPr>
              <a:spLocks/>
            </p:cNvSpPr>
            <p:nvPr/>
          </p:nvSpPr>
          <p:spPr bwMode="auto">
            <a:xfrm rot="14660993">
              <a:off x="2657449" y="2919816"/>
              <a:ext cx="572024" cy="2048154"/>
            </a:xfrm>
            <a:custGeom>
              <a:avLst/>
              <a:gdLst/>
              <a:ahLst/>
              <a:cxnLst>
                <a:cxn ang="0">
                  <a:pos x="158" y="574"/>
                </a:cxn>
                <a:cxn ang="0">
                  <a:pos x="156" y="576"/>
                </a:cxn>
                <a:cxn ang="0">
                  <a:pos x="152" y="578"/>
                </a:cxn>
                <a:cxn ang="0">
                  <a:pos x="120" y="594"/>
                </a:cxn>
                <a:cxn ang="0">
                  <a:pos x="72" y="624"/>
                </a:cxn>
                <a:cxn ang="0">
                  <a:pos x="56" y="632"/>
                </a:cxn>
                <a:cxn ang="0">
                  <a:pos x="30" y="650"/>
                </a:cxn>
                <a:cxn ang="0">
                  <a:pos x="58" y="608"/>
                </a:cxn>
                <a:cxn ang="0">
                  <a:pos x="112" y="502"/>
                </a:cxn>
                <a:cxn ang="0">
                  <a:pos x="152" y="382"/>
                </a:cxn>
                <a:cxn ang="0">
                  <a:pos x="162" y="266"/>
                </a:cxn>
                <a:cxn ang="0">
                  <a:pos x="156" y="204"/>
                </a:cxn>
                <a:cxn ang="0">
                  <a:pos x="150" y="178"/>
                </a:cxn>
                <a:cxn ang="0">
                  <a:pos x="118" y="90"/>
                </a:cxn>
                <a:cxn ang="0">
                  <a:pos x="74" y="22"/>
                </a:cxn>
                <a:cxn ang="0">
                  <a:pos x="54" y="0"/>
                </a:cxn>
                <a:cxn ang="0">
                  <a:pos x="48" y="10"/>
                </a:cxn>
                <a:cxn ang="0">
                  <a:pos x="58" y="28"/>
                </a:cxn>
                <a:cxn ang="0">
                  <a:pos x="82" y="70"/>
                </a:cxn>
                <a:cxn ang="0">
                  <a:pos x="110" y="124"/>
                </a:cxn>
                <a:cxn ang="0">
                  <a:pos x="134" y="196"/>
                </a:cxn>
                <a:cxn ang="0">
                  <a:pos x="144" y="284"/>
                </a:cxn>
                <a:cxn ang="0">
                  <a:pos x="140" y="334"/>
                </a:cxn>
                <a:cxn ang="0">
                  <a:pos x="138" y="354"/>
                </a:cxn>
                <a:cxn ang="0">
                  <a:pos x="120" y="430"/>
                </a:cxn>
                <a:cxn ang="0">
                  <a:pos x="108" y="462"/>
                </a:cxn>
                <a:cxn ang="0">
                  <a:pos x="78" y="536"/>
                </a:cxn>
                <a:cxn ang="0">
                  <a:pos x="24" y="634"/>
                </a:cxn>
                <a:cxn ang="0">
                  <a:pos x="24" y="634"/>
                </a:cxn>
                <a:cxn ang="0">
                  <a:pos x="20" y="602"/>
                </a:cxn>
                <a:cxn ang="0">
                  <a:pos x="20" y="590"/>
                </a:cxn>
                <a:cxn ang="0">
                  <a:pos x="22" y="570"/>
                </a:cxn>
                <a:cxn ang="0">
                  <a:pos x="26" y="562"/>
                </a:cxn>
                <a:cxn ang="0">
                  <a:pos x="16" y="562"/>
                </a:cxn>
                <a:cxn ang="0">
                  <a:pos x="8" y="564"/>
                </a:cxn>
                <a:cxn ang="0">
                  <a:pos x="0" y="576"/>
                </a:cxn>
                <a:cxn ang="0">
                  <a:pos x="2" y="596"/>
                </a:cxn>
                <a:cxn ang="0">
                  <a:pos x="2" y="612"/>
                </a:cxn>
                <a:cxn ang="0">
                  <a:pos x="4" y="630"/>
                </a:cxn>
                <a:cxn ang="0">
                  <a:pos x="8" y="642"/>
                </a:cxn>
                <a:cxn ang="0">
                  <a:pos x="8" y="652"/>
                </a:cxn>
                <a:cxn ang="0">
                  <a:pos x="16" y="662"/>
                </a:cxn>
                <a:cxn ang="0">
                  <a:pos x="20" y="664"/>
                </a:cxn>
                <a:cxn ang="0">
                  <a:pos x="26" y="668"/>
                </a:cxn>
                <a:cxn ang="0">
                  <a:pos x="46" y="662"/>
                </a:cxn>
                <a:cxn ang="0">
                  <a:pos x="72" y="646"/>
                </a:cxn>
                <a:cxn ang="0">
                  <a:pos x="94" y="632"/>
                </a:cxn>
                <a:cxn ang="0">
                  <a:pos x="118" y="616"/>
                </a:cxn>
                <a:cxn ang="0">
                  <a:pos x="130" y="610"/>
                </a:cxn>
                <a:cxn ang="0">
                  <a:pos x="138" y="604"/>
                </a:cxn>
                <a:cxn ang="0">
                  <a:pos x="162" y="582"/>
                </a:cxn>
                <a:cxn ang="0">
                  <a:pos x="160" y="578"/>
                </a:cxn>
              </a:cxnLst>
              <a:rect l="0" t="0" r="r" b="b"/>
              <a:pathLst>
                <a:path w="162" h="668">
                  <a:moveTo>
                    <a:pt x="160" y="578"/>
                  </a:moveTo>
                  <a:lnTo>
                    <a:pt x="160" y="578"/>
                  </a:lnTo>
                  <a:lnTo>
                    <a:pt x="158" y="574"/>
                  </a:lnTo>
                  <a:lnTo>
                    <a:pt x="158" y="574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4" y="578"/>
                  </a:lnTo>
                  <a:lnTo>
                    <a:pt x="152" y="578"/>
                  </a:lnTo>
                  <a:lnTo>
                    <a:pt x="152" y="578"/>
                  </a:lnTo>
                  <a:lnTo>
                    <a:pt x="136" y="586"/>
                  </a:lnTo>
                  <a:lnTo>
                    <a:pt x="120" y="594"/>
                  </a:lnTo>
                  <a:lnTo>
                    <a:pt x="120" y="594"/>
                  </a:lnTo>
                  <a:lnTo>
                    <a:pt x="102" y="604"/>
                  </a:lnTo>
                  <a:lnTo>
                    <a:pt x="102" y="604"/>
                  </a:lnTo>
                  <a:lnTo>
                    <a:pt x="72" y="624"/>
                  </a:lnTo>
                  <a:lnTo>
                    <a:pt x="72" y="624"/>
                  </a:lnTo>
                  <a:lnTo>
                    <a:pt x="66" y="626"/>
                  </a:lnTo>
                  <a:lnTo>
                    <a:pt x="62" y="630"/>
                  </a:lnTo>
                  <a:lnTo>
                    <a:pt x="62" y="630"/>
                  </a:lnTo>
                  <a:lnTo>
                    <a:pt x="56" y="632"/>
                  </a:lnTo>
                  <a:lnTo>
                    <a:pt x="52" y="636"/>
                  </a:lnTo>
                  <a:lnTo>
                    <a:pt x="52" y="636"/>
                  </a:lnTo>
                  <a:lnTo>
                    <a:pt x="42" y="642"/>
                  </a:lnTo>
                  <a:lnTo>
                    <a:pt x="30" y="650"/>
                  </a:lnTo>
                  <a:lnTo>
                    <a:pt x="30" y="650"/>
                  </a:lnTo>
                  <a:lnTo>
                    <a:pt x="36" y="640"/>
                  </a:lnTo>
                  <a:lnTo>
                    <a:pt x="36" y="640"/>
                  </a:lnTo>
                  <a:lnTo>
                    <a:pt x="58" y="608"/>
                  </a:lnTo>
                  <a:lnTo>
                    <a:pt x="78" y="574"/>
                  </a:lnTo>
                  <a:lnTo>
                    <a:pt x="96" y="538"/>
                  </a:lnTo>
                  <a:lnTo>
                    <a:pt x="112" y="502"/>
                  </a:lnTo>
                  <a:lnTo>
                    <a:pt x="112" y="502"/>
                  </a:lnTo>
                  <a:lnTo>
                    <a:pt x="130" y="460"/>
                  </a:lnTo>
                  <a:lnTo>
                    <a:pt x="142" y="420"/>
                  </a:lnTo>
                  <a:lnTo>
                    <a:pt x="142" y="420"/>
                  </a:lnTo>
                  <a:lnTo>
                    <a:pt x="152" y="382"/>
                  </a:lnTo>
                  <a:lnTo>
                    <a:pt x="158" y="344"/>
                  </a:lnTo>
                  <a:lnTo>
                    <a:pt x="162" y="304"/>
                  </a:lnTo>
                  <a:lnTo>
                    <a:pt x="162" y="266"/>
                  </a:lnTo>
                  <a:lnTo>
                    <a:pt x="162" y="266"/>
                  </a:lnTo>
                  <a:lnTo>
                    <a:pt x="160" y="242"/>
                  </a:lnTo>
                  <a:lnTo>
                    <a:pt x="156" y="216"/>
                  </a:lnTo>
                  <a:lnTo>
                    <a:pt x="156" y="216"/>
                  </a:lnTo>
                  <a:lnTo>
                    <a:pt x="156" y="204"/>
                  </a:lnTo>
                  <a:lnTo>
                    <a:pt x="154" y="190"/>
                  </a:lnTo>
                  <a:lnTo>
                    <a:pt x="154" y="190"/>
                  </a:lnTo>
                  <a:lnTo>
                    <a:pt x="150" y="178"/>
                  </a:lnTo>
                  <a:lnTo>
                    <a:pt x="150" y="178"/>
                  </a:lnTo>
                  <a:lnTo>
                    <a:pt x="146" y="164"/>
                  </a:lnTo>
                  <a:lnTo>
                    <a:pt x="146" y="164"/>
                  </a:lnTo>
                  <a:lnTo>
                    <a:pt x="134" y="128"/>
                  </a:lnTo>
                  <a:lnTo>
                    <a:pt x="118" y="90"/>
                  </a:lnTo>
                  <a:lnTo>
                    <a:pt x="118" y="90"/>
                  </a:lnTo>
                  <a:lnTo>
                    <a:pt x="96" y="54"/>
                  </a:lnTo>
                  <a:lnTo>
                    <a:pt x="74" y="22"/>
                  </a:lnTo>
                  <a:lnTo>
                    <a:pt x="74" y="22"/>
                  </a:lnTo>
                  <a:lnTo>
                    <a:pt x="68" y="12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54" y="0"/>
                  </a:lnTo>
                  <a:lnTo>
                    <a:pt x="52" y="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10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4" y="22"/>
                  </a:lnTo>
                  <a:lnTo>
                    <a:pt x="58" y="28"/>
                  </a:lnTo>
                  <a:lnTo>
                    <a:pt x="58" y="28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82" y="70"/>
                  </a:lnTo>
                  <a:lnTo>
                    <a:pt x="100" y="98"/>
                  </a:lnTo>
                  <a:lnTo>
                    <a:pt x="100" y="98"/>
                  </a:lnTo>
                  <a:lnTo>
                    <a:pt x="106" y="110"/>
                  </a:lnTo>
                  <a:lnTo>
                    <a:pt x="110" y="124"/>
                  </a:lnTo>
                  <a:lnTo>
                    <a:pt x="110" y="124"/>
                  </a:lnTo>
                  <a:lnTo>
                    <a:pt x="120" y="148"/>
                  </a:lnTo>
                  <a:lnTo>
                    <a:pt x="128" y="172"/>
                  </a:lnTo>
                  <a:lnTo>
                    <a:pt x="134" y="196"/>
                  </a:lnTo>
                  <a:lnTo>
                    <a:pt x="138" y="220"/>
                  </a:lnTo>
                  <a:lnTo>
                    <a:pt x="138" y="220"/>
                  </a:lnTo>
                  <a:lnTo>
                    <a:pt x="142" y="260"/>
                  </a:lnTo>
                  <a:lnTo>
                    <a:pt x="144" y="284"/>
                  </a:lnTo>
                  <a:lnTo>
                    <a:pt x="142" y="306"/>
                  </a:lnTo>
                  <a:lnTo>
                    <a:pt x="142" y="306"/>
                  </a:lnTo>
                  <a:lnTo>
                    <a:pt x="140" y="326"/>
                  </a:lnTo>
                  <a:lnTo>
                    <a:pt x="140" y="334"/>
                  </a:lnTo>
                  <a:lnTo>
                    <a:pt x="140" y="334"/>
                  </a:lnTo>
                  <a:lnTo>
                    <a:pt x="140" y="340"/>
                  </a:lnTo>
                  <a:lnTo>
                    <a:pt x="138" y="354"/>
                  </a:lnTo>
                  <a:lnTo>
                    <a:pt x="138" y="354"/>
                  </a:lnTo>
                  <a:lnTo>
                    <a:pt x="132" y="380"/>
                  </a:lnTo>
                  <a:lnTo>
                    <a:pt x="132" y="380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14" y="446"/>
                  </a:lnTo>
                  <a:lnTo>
                    <a:pt x="114" y="446"/>
                  </a:lnTo>
                  <a:lnTo>
                    <a:pt x="108" y="462"/>
                  </a:lnTo>
                  <a:lnTo>
                    <a:pt x="108" y="462"/>
                  </a:lnTo>
                  <a:lnTo>
                    <a:pt x="96" y="494"/>
                  </a:lnTo>
                  <a:lnTo>
                    <a:pt x="84" y="522"/>
                  </a:lnTo>
                  <a:lnTo>
                    <a:pt x="84" y="522"/>
                  </a:lnTo>
                  <a:lnTo>
                    <a:pt x="78" y="536"/>
                  </a:lnTo>
                  <a:lnTo>
                    <a:pt x="78" y="536"/>
                  </a:lnTo>
                  <a:lnTo>
                    <a:pt x="52" y="586"/>
                  </a:lnTo>
                  <a:lnTo>
                    <a:pt x="24" y="634"/>
                  </a:lnTo>
                  <a:lnTo>
                    <a:pt x="24" y="634"/>
                  </a:lnTo>
                  <a:lnTo>
                    <a:pt x="24" y="636"/>
                  </a:lnTo>
                  <a:lnTo>
                    <a:pt x="24" y="636"/>
                  </a:lnTo>
                  <a:lnTo>
                    <a:pt x="24" y="634"/>
                  </a:lnTo>
                  <a:lnTo>
                    <a:pt x="24" y="634"/>
                  </a:lnTo>
                  <a:lnTo>
                    <a:pt x="24" y="622"/>
                  </a:lnTo>
                  <a:lnTo>
                    <a:pt x="24" y="622"/>
                  </a:lnTo>
                  <a:lnTo>
                    <a:pt x="20" y="602"/>
                  </a:lnTo>
                  <a:lnTo>
                    <a:pt x="20" y="602"/>
                  </a:lnTo>
                  <a:lnTo>
                    <a:pt x="20" y="598"/>
                  </a:lnTo>
                  <a:lnTo>
                    <a:pt x="20" y="594"/>
                  </a:lnTo>
                  <a:lnTo>
                    <a:pt x="20" y="594"/>
                  </a:lnTo>
                  <a:lnTo>
                    <a:pt x="20" y="590"/>
                  </a:lnTo>
                  <a:lnTo>
                    <a:pt x="20" y="588"/>
                  </a:lnTo>
                  <a:lnTo>
                    <a:pt x="20" y="588"/>
                  </a:lnTo>
                  <a:lnTo>
                    <a:pt x="20" y="576"/>
                  </a:lnTo>
                  <a:lnTo>
                    <a:pt x="22" y="570"/>
                  </a:lnTo>
                  <a:lnTo>
                    <a:pt x="24" y="566"/>
                  </a:lnTo>
                  <a:lnTo>
                    <a:pt x="24" y="566"/>
                  </a:lnTo>
                  <a:lnTo>
                    <a:pt x="26" y="564"/>
                  </a:lnTo>
                  <a:lnTo>
                    <a:pt x="26" y="562"/>
                  </a:lnTo>
                  <a:lnTo>
                    <a:pt x="26" y="562"/>
                  </a:lnTo>
                  <a:lnTo>
                    <a:pt x="22" y="562"/>
                  </a:lnTo>
                  <a:lnTo>
                    <a:pt x="16" y="562"/>
                  </a:lnTo>
                  <a:lnTo>
                    <a:pt x="16" y="562"/>
                  </a:lnTo>
                  <a:lnTo>
                    <a:pt x="12" y="562"/>
                  </a:lnTo>
                  <a:lnTo>
                    <a:pt x="12" y="562"/>
                  </a:lnTo>
                  <a:lnTo>
                    <a:pt x="8" y="564"/>
                  </a:lnTo>
                  <a:lnTo>
                    <a:pt x="8" y="564"/>
                  </a:lnTo>
                  <a:lnTo>
                    <a:pt x="4" y="566"/>
                  </a:lnTo>
                  <a:lnTo>
                    <a:pt x="4" y="566"/>
                  </a:lnTo>
                  <a:lnTo>
                    <a:pt x="2" y="572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0" y="580"/>
                  </a:lnTo>
                  <a:lnTo>
                    <a:pt x="0" y="580"/>
                  </a:lnTo>
                  <a:lnTo>
                    <a:pt x="2" y="596"/>
                  </a:lnTo>
                  <a:lnTo>
                    <a:pt x="2" y="596"/>
                  </a:lnTo>
                  <a:lnTo>
                    <a:pt x="2" y="608"/>
                  </a:lnTo>
                  <a:lnTo>
                    <a:pt x="2" y="608"/>
                  </a:lnTo>
                  <a:lnTo>
                    <a:pt x="2" y="612"/>
                  </a:lnTo>
                  <a:lnTo>
                    <a:pt x="2" y="612"/>
                  </a:lnTo>
                  <a:lnTo>
                    <a:pt x="4" y="628"/>
                  </a:lnTo>
                  <a:lnTo>
                    <a:pt x="4" y="630"/>
                  </a:lnTo>
                  <a:lnTo>
                    <a:pt x="4" y="630"/>
                  </a:lnTo>
                  <a:lnTo>
                    <a:pt x="6" y="632"/>
                  </a:lnTo>
                  <a:lnTo>
                    <a:pt x="6" y="632"/>
                  </a:lnTo>
                  <a:lnTo>
                    <a:pt x="6" y="638"/>
                  </a:lnTo>
                  <a:lnTo>
                    <a:pt x="8" y="642"/>
                  </a:lnTo>
                  <a:lnTo>
                    <a:pt x="8" y="642"/>
                  </a:lnTo>
                  <a:lnTo>
                    <a:pt x="6" y="644"/>
                  </a:lnTo>
                  <a:lnTo>
                    <a:pt x="6" y="644"/>
                  </a:lnTo>
                  <a:lnTo>
                    <a:pt x="8" y="652"/>
                  </a:lnTo>
                  <a:lnTo>
                    <a:pt x="12" y="660"/>
                  </a:lnTo>
                  <a:lnTo>
                    <a:pt x="12" y="660"/>
                  </a:lnTo>
                  <a:lnTo>
                    <a:pt x="16" y="662"/>
                  </a:lnTo>
                  <a:lnTo>
                    <a:pt x="16" y="662"/>
                  </a:lnTo>
                  <a:lnTo>
                    <a:pt x="16" y="664"/>
                  </a:lnTo>
                  <a:lnTo>
                    <a:pt x="16" y="664"/>
                  </a:lnTo>
                  <a:lnTo>
                    <a:pt x="20" y="664"/>
                  </a:lnTo>
                  <a:lnTo>
                    <a:pt x="20" y="664"/>
                  </a:lnTo>
                  <a:lnTo>
                    <a:pt x="22" y="666"/>
                  </a:lnTo>
                  <a:lnTo>
                    <a:pt x="22" y="666"/>
                  </a:lnTo>
                  <a:lnTo>
                    <a:pt x="26" y="668"/>
                  </a:lnTo>
                  <a:lnTo>
                    <a:pt x="26" y="668"/>
                  </a:lnTo>
                  <a:lnTo>
                    <a:pt x="30" y="668"/>
                  </a:lnTo>
                  <a:lnTo>
                    <a:pt x="30" y="668"/>
                  </a:lnTo>
                  <a:lnTo>
                    <a:pt x="40" y="666"/>
                  </a:lnTo>
                  <a:lnTo>
                    <a:pt x="46" y="662"/>
                  </a:lnTo>
                  <a:lnTo>
                    <a:pt x="46" y="662"/>
                  </a:lnTo>
                  <a:lnTo>
                    <a:pt x="52" y="660"/>
                  </a:lnTo>
                  <a:lnTo>
                    <a:pt x="52" y="660"/>
                  </a:lnTo>
                  <a:lnTo>
                    <a:pt x="72" y="646"/>
                  </a:lnTo>
                  <a:lnTo>
                    <a:pt x="72" y="646"/>
                  </a:lnTo>
                  <a:lnTo>
                    <a:pt x="90" y="634"/>
                  </a:lnTo>
                  <a:lnTo>
                    <a:pt x="90" y="634"/>
                  </a:lnTo>
                  <a:lnTo>
                    <a:pt x="94" y="632"/>
                  </a:lnTo>
                  <a:lnTo>
                    <a:pt x="94" y="632"/>
                  </a:lnTo>
                  <a:lnTo>
                    <a:pt x="116" y="618"/>
                  </a:lnTo>
                  <a:lnTo>
                    <a:pt x="116" y="618"/>
                  </a:lnTo>
                  <a:lnTo>
                    <a:pt x="118" y="616"/>
                  </a:lnTo>
                  <a:lnTo>
                    <a:pt x="118" y="616"/>
                  </a:lnTo>
                  <a:lnTo>
                    <a:pt x="122" y="614"/>
                  </a:lnTo>
                  <a:lnTo>
                    <a:pt x="122" y="614"/>
                  </a:lnTo>
                  <a:lnTo>
                    <a:pt x="130" y="610"/>
                  </a:lnTo>
                  <a:lnTo>
                    <a:pt x="136" y="606"/>
                  </a:lnTo>
                  <a:lnTo>
                    <a:pt x="136" y="606"/>
                  </a:lnTo>
                  <a:lnTo>
                    <a:pt x="138" y="604"/>
                  </a:lnTo>
                  <a:lnTo>
                    <a:pt x="138" y="604"/>
                  </a:lnTo>
                  <a:lnTo>
                    <a:pt x="150" y="596"/>
                  </a:lnTo>
                  <a:lnTo>
                    <a:pt x="160" y="588"/>
                  </a:lnTo>
                  <a:lnTo>
                    <a:pt x="160" y="588"/>
                  </a:lnTo>
                  <a:lnTo>
                    <a:pt x="162" y="582"/>
                  </a:lnTo>
                  <a:lnTo>
                    <a:pt x="162" y="582"/>
                  </a:lnTo>
                  <a:lnTo>
                    <a:pt x="162" y="580"/>
                  </a:lnTo>
                  <a:lnTo>
                    <a:pt x="160" y="578"/>
                  </a:lnTo>
                  <a:lnTo>
                    <a:pt x="160" y="578"/>
                  </a:lnTo>
                  <a:close/>
                </a:path>
              </a:pathLst>
            </a:custGeom>
            <a:solidFill>
              <a:srgbClr val="A1EEBD"/>
            </a:solidFill>
            <a:ln w="9525" cap="flat" cmpd="sng" algn="ctr">
              <a:solidFill>
                <a:srgbClr val="A1EEB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121728" tIns="60864" rIns="121728" bIns="60864" numCol="1" anchor="t" anchorCtr="0" compatLnSpc="1">
              <a:prstTxWarp prst="textNoShape">
                <a:avLst/>
              </a:prstTxWarp>
            </a:bodyPr>
            <a:lstStyle/>
            <a:p>
              <a:endParaRPr lang="en-US" sz="2396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0884CF-2F68-F1F2-52AB-CCE0561D0E25}"/>
                </a:ext>
              </a:extLst>
            </p:cNvPr>
            <p:cNvSpPr txBox="1"/>
            <p:nvPr/>
          </p:nvSpPr>
          <p:spPr>
            <a:xfrm>
              <a:off x="888796" y="4539324"/>
              <a:ext cx="228780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highlight>
                    <a:srgbClr val="A1EEBD"/>
                  </a:highlight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Irrelevant selfie is </a:t>
              </a:r>
              <a:br>
                <a:rPr lang="en-US" sz="2000" b="1" dirty="0">
                  <a:highlight>
                    <a:srgbClr val="A1EEBD"/>
                  </a:highlight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</a:br>
              <a:r>
                <a:rPr lang="en-US" sz="2000" b="1" dirty="0">
                  <a:highlight>
                    <a:srgbClr val="A1EEBD"/>
                  </a:highlight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replaced with pig</a:t>
              </a:r>
            </a:p>
          </p:txBody>
        </p:sp>
        <p:sp>
          <p:nvSpPr>
            <p:cNvPr id="10" name="Freeform 72">
              <a:extLst>
                <a:ext uri="{FF2B5EF4-FFF2-40B4-BE49-F238E27FC236}">
                  <a16:creationId xmlns:a16="http://schemas.microsoft.com/office/drawing/2014/main" id="{074F114F-F13B-2DBF-6DEA-6D95F50789A5}"/>
                </a:ext>
              </a:extLst>
            </p:cNvPr>
            <p:cNvSpPr>
              <a:spLocks/>
            </p:cNvSpPr>
            <p:nvPr/>
          </p:nvSpPr>
          <p:spPr bwMode="auto">
            <a:xfrm rot="6939007" flipH="1">
              <a:off x="9288025" y="2562465"/>
              <a:ext cx="572024" cy="2048154"/>
            </a:xfrm>
            <a:custGeom>
              <a:avLst/>
              <a:gdLst/>
              <a:ahLst/>
              <a:cxnLst>
                <a:cxn ang="0">
                  <a:pos x="158" y="574"/>
                </a:cxn>
                <a:cxn ang="0">
                  <a:pos x="156" y="576"/>
                </a:cxn>
                <a:cxn ang="0">
                  <a:pos x="152" y="578"/>
                </a:cxn>
                <a:cxn ang="0">
                  <a:pos x="120" y="594"/>
                </a:cxn>
                <a:cxn ang="0">
                  <a:pos x="72" y="624"/>
                </a:cxn>
                <a:cxn ang="0">
                  <a:pos x="56" y="632"/>
                </a:cxn>
                <a:cxn ang="0">
                  <a:pos x="30" y="650"/>
                </a:cxn>
                <a:cxn ang="0">
                  <a:pos x="58" y="608"/>
                </a:cxn>
                <a:cxn ang="0">
                  <a:pos x="112" y="502"/>
                </a:cxn>
                <a:cxn ang="0">
                  <a:pos x="152" y="382"/>
                </a:cxn>
                <a:cxn ang="0">
                  <a:pos x="162" y="266"/>
                </a:cxn>
                <a:cxn ang="0">
                  <a:pos x="156" y="204"/>
                </a:cxn>
                <a:cxn ang="0">
                  <a:pos x="150" y="178"/>
                </a:cxn>
                <a:cxn ang="0">
                  <a:pos x="118" y="90"/>
                </a:cxn>
                <a:cxn ang="0">
                  <a:pos x="74" y="22"/>
                </a:cxn>
                <a:cxn ang="0">
                  <a:pos x="54" y="0"/>
                </a:cxn>
                <a:cxn ang="0">
                  <a:pos x="48" y="10"/>
                </a:cxn>
                <a:cxn ang="0">
                  <a:pos x="58" y="28"/>
                </a:cxn>
                <a:cxn ang="0">
                  <a:pos x="82" y="70"/>
                </a:cxn>
                <a:cxn ang="0">
                  <a:pos x="110" y="124"/>
                </a:cxn>
                <a:cxn ang="0">
                  <a:pos x="134" y="196"/>
                </a:cxn>
                <a:cxn ang="0">
                  <a:pos x="144" y="284"/>
                </a:cxn>
                <a:cxn ang="0">
                  <a:pos x="140" y="334"/>
                </a:cxn>
                <a:cxn ang="0">
                  <a:pos x="138" y="354"/>
                </a:cxn>
                <a:cxn ang="0">
                  <a:pos x="120" y="430"/>
                </a:cxn>
                <a:cxn ang="0">
                  <a:pos x="108" y="462"/>
                </a:cxn>
                <a:cxn ang="0">
                  <a:pos x="78" y="536"/>
                </a:cxn>
                <a:cxn ang="0">
                  <a:pos x="24" y="634"/>
                </a:cxn>
                <a:cxn ang="0">
                  <a:pos x="24" y="634"/>
                </a:cxn>
                <a:cxn ang="0">
                  <a:pos x="20" y="602"/>
                </a:cxn>
                <a:cxn ang="0">
                  <a:pos x="20" y="590"/>
                </a:cxn>
                <a:cxn ang="0">
                  <a:pos x="22" y="570"/>
                </a:cxn>
                <a:cxn ang="0">
                  <a:pos x="26" y="562"/>
                </a:cxn>
                <a:cxn ang="0">
                  <a:pos x="16" y="562"/>
                </a:cxn>
                <a:cxn ang="0">
                  <a:pos x="8" y="564"/>
                </a:cxn>
                <a:cxn ang="0">
                  <a:pos x="0" y="576"/>
                </a:cxn>
                <a:cxn ang="0">
                  <a:pos x="2" y="596"/>
                </a:cxn>
                <a:cxn ang="0">
                  <a:pos x="2" y="612"/>
                </a:cxn>
                <a:cxn ang="0">
                  <a:pos x="4" y="630"/>
                </a:cxn>
                <a:cxn ang="0">
                  <a:pos x="8" y="642"/>
                </a:cxn>
                <a:cxn ang="0">
                  <a:pos x="8" y="652"/>
                </a:cxn>
                <a:cxn ang="0">
                  <a:pos x="16" y="662"/>
                </a:cxn>
                <a:cxn ang="0">
                  <a:pos x="20" y="664"/>
                </a:cxn>
                <a:cxn ang="0">
                  <a:pos x="26" y="668"/>
                </a:cxn>
                <a:cxn ang="0">
                  <a:pos x="46" y="662"/>
                </a:cxn>
                <a:cxn ang="0">
                  <a:pos x="72" y="646"/>
                </a:cxn>
                <a:cxn ang="0">
                  <a:pos x="94" y="632"/>
                </a:cxn>
                <a:cxn ang="0">
                  <a:pos x="118" y="616"/>
                </a:cxn>
                <a:cxn ang="0">
                  <a:pos x="130" y="610"/>
                </a:cxn>
                <a:cxn ang="0">
                  <a:pos x="138" y="604"/>
                </a:cxn>
                <a:cxn ang="0">
                  <a:pos x="162" y="582"/>
                </a:cxn>
                <a:cxn ang="0">
                  <a:pos x="160" y="578"/>
                </a:cxn>
              </a:cxnLst>
              <a:rect l="0" t="0" r="r" b="b"/>
              <a:pathLst>
                <a:path w="162" h="668">
                  <a:moveTo>
                    <a:pt x="160" y="578"/>
                  </a:moveTo>
                  <a:lnTo>
                    <a:pt x="160" y="578"/>
                  </a:lnTo>
                  <a:lnTo>
                    <a:pt x="158" y="574"/>
                  </a:lnTo>
                  <a:lnTo>
                    <a:pt x="158" y="574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6" y="576"/>
                  </a:lnTo>
                  <a:lnTo>
                    <a:pt x="154" y="578"/>
                  </a:lnTo>
                  <a:lnTo>
                    <a:pt x="152" y="578"/>
                  </a:lnTo>
                  <a:lnTo>
                    <a:pt x="152" y="578"/>
                  </a:lnTo>
                  <a:lnTo>
                    <a:pt x="136" y="586"/>
                  </a:lnTo>
                  <a:lnTo>
                    <a:pt x="120" y="594"/>
                  </a:lnTo>
                  <a:lnTo>
                    <a:pt x="120" y="594"/>
                  </a:lnTo>
                  <a:lnTo>
                    <a:pt x="102" y="604"/>
                  </a:lnTo>
                  <a:lnTo>
                    <a:pt x="102" y="604"/>
                  </a:lnTo>
                  <a:lnTo>
                    <a:pt x="72" y="624"/>
                  </a:lnTo>
                  <a:lnTo>
                    <a:pt x="72" y="624"/>
                  </a:lnTo>
                  <a:lnTo>
                    <a:pt x="66" y="626"/>
                  </a:lnTo>
                  <a:lnTo>
                    <a:pt x="62" y="630"/>
                  </a:lnTo>
                  <a:lnTo>
                    <a:pt x="62" y="630"/>
                  </a:lnTo>
                  <a:lnTo>
                    <a:pt x="56" y="632"/>
                  </a:lnTo>
                  <a:lnTo>
                    <a:pt x="52" y="636"/>
                  </a:lnTo>
                  <a:lnTo>
                    <a:pt x="52" y="636"/>
                  </a:lnTo>
                  <a:lnTo>
                    <a:pt x="42" y="642"/>
                  </a:lnTo>
                  <a:lnTo>
                    <a:pt x="30" y="650"/>
                  </a:lnTo>
                  <a:lnTo>
                    <a:pt x="30" y="650"/>
                  </a:lnTo>
                  <a:lnTo>
                    <a:pt x="36" y="640"/>
                  </a:lnTo>
                  <a:lnTo>
                    <a:pt x="36" y="640"/>
                  </a:lnTo>
                  <a:lnTo>
                    <a:pt x="58" y="608"/>
                  </a:lnTo>
                  <a:lnTo>
                    <a:pt x="78" y="574"/>
                  </a:lnTo>
                  <a:lnTo>
                    <a:pt x="96" y="538"/>
                  </a:lnTo>
                  <a:lnTo>
                    <a:pt x="112" y="502"/>
                  </a:lnTo>
                  <a:lnTo>
                    <a:pt x="112" y="502"/>
                  </a:lnTo>
                  <a:lnTo>
                    <a:pt x="130" y="460"/>
                  </a:lnTo>
                  <a:lnTo>
                    <a:pt x="142" y="420"/>
                  </a:lnTo>
                  <a:lnTo>
                    <a:pt x="142" y="420"/>
                  </a:lnTo>
                  <a:lnTo>
                    <a:pt x="152" y="382"/>
                  </a:lnTo>
                  <a:lnTo>
                    <a:pt x="158" y="344"/>
                  </a:lnTo>
                  <a:lnTo>
                    <a:pt x="162" y="304"/>
                  </a:lnTo>
                  <a:lnTo>
                    <a:pt x="162" y="266"/>
                  </a:lnTo>
                  <a:lnTo>
                    <a:pt x="162" y="266"/>
                  </a:lnTo>
                  <a:lnTo>
                    <a:pt x="160" y="242"/>
                  </a:lnTo>
                  <a:lnTo>
                    <a:pt x="156" y="216"/>
                  </a:lnTo>
                  <a:lnTo>
                    <a:pt x="156" y="216"/>
                  </a:lnTo>
                  <a:lnTo>
                    <a:pt x="156" y="204"/>
                  </a:lnTo>
                  <a:lnTo>
                    <a:pt x="154" y="190"/>
                  </a:lnTo>
                  <a:lnTo>
                    <a:pt x="154" y="190"/>
                  </a:lnTo>
                  <a:lnTo>
                    <a:pt x="150" y="178"/>
                  </a:lnTo>
                  <a:lnTo>
                    <a:pt x="150" y="178"/>
                  </a:lnTo>
                  <a:lnTo>
                    <a:pt x="146" y="164"/>
                  </a:lnTo>
                  <a:lnTo>
                    <a:pt x="146" y="164"/>
                  </a:lnTo>
                  <a:lnTo>
                    <a:pt x="134" y="128"/>
                  </a:lnTo>
                  <a:lnTo>
                    <a:pt x="118" y="90"/>
                  </a:lnTo>
                  <a:lnTo>
                    <a:pt x="118" y="90"/>
                  </a:lnTo>
                  <a:lnTo>
                    <a:pt x="96" y="54"/>
                  </a:lnTo>
                  <a:lnTo>
                    <a:pt x="74" y="22"/>
                  </a:lnTo>
                  <a:lnTo>
                    <a:pt x="74" y="22"/>
                  </a:lnTo>
                  <a:lnTo>
                    <a:pt x="68" y="12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54" y="0"/>
                  </a:lnTo>
                  <a:lnTo>
                    <a:pt x="52" y="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10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4" y="22"/>
                  </a:lnTo>
                  <a:lnTo>
                    <a:pt x="58" y="28"/>
                  </a:lnTo>
                  <a:lnTo>
                    <a:pt x="58" y="28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82" y="70"/>
                  </a:lnTo>
                  <a:lnTo>
                    <a:pt x="100" y="98"/>
                  </a:lnTo>
                  <a:lnTo>
                    <a:pt x="100" y="98"/>
                  </a:lnTo>
                  <a:lnTo>
                    <a:pt x="106" y="110"/>
                  </a:lnTo>
                  <a:lnTo>
                    <a:pt x="110" y="124"/>
                  </a:lnTo>
                  <a:lnTo>
                    <a:pt x="110" y="124"/>
                  </a:lnTo>
                  <a:lnTo>
                    <a:pt x="120" y="148"/>
                  </a:lnTo>
                  <a:lnTo>
                    <a:pt x="128" y="172"/>
                  </a:lnTo>
                  <a:lnTo>
                    <a:pt x="134" y="196"/>
                  </a:lnTo>
                  <a:lnTo>
                    <a:pt x="138" y="220"/>
                  </a:lnTo>
                  <a:lnTo>
                    <a:pt x="138" y="220"/>
                  </a:lnTo>
                  <a:lnTo>
                    <a:pt x="142" y="260"/>
                  </a:lnTo>
                  <a:lnTo>
                    <a:pt x="144" y="284"/>
                  </a:lnTo>
                  <a:lnTo>
                    <a:pt x="142" y="306"/>
                  </a:lnTo>
                  <a:lnTo>
                    <a:pt x="142" y="306"/>
                  </a:lnTo>
                  <a:lnTo>
                    <a:pt x="140" y="326"/>
                  </a:lnTo>
                  <a:lnTo>
                    <a:pt x="140" y="334"/>
                  </a:lnTo>
                  <a:lnTo>
                    <a:pt x="140" y="334"/>
                  </a:lnTo>
                  <a:lnTo>
                    <a:pt x="140" y="340"/>
                  </a:lnTo>
                  <a:lnTo>
                    <a:pt x="138" y="354"/>
                  </a:lnTo>
                  <a:lnTo>
                    <a:pt x="138" y="354"/>
                  </a:lnTo>
                  <a:lnTo>
                    <a:pt x="132" y="380"/>
                  </a:lnTo>
                  <a:lnTo>
                    <a:pt x="132" y="380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14" y="446"/>
                  </a:lnTo>
                  <a:lnTo>
                    <a:pt x="114" y="446"/>
                  </a:lnTo>
                  <a:lnTo>
                    <a:pt x="108" y="462"/>
                  </a:lnTo>
                  <a:lnTo>
                    <a:pt x="108" y="462"/>
                  </a:lnTo>
                  <a:lnTo>
                    <a:pt x="96" y="494"/>
                  </a:lnTo>
                  <a:lnTo>
                    <a:pt x="84" y="522"/>
                  </a:lnTo>
                  <a:lnTo>
                    <a:pt x="84" y="522"/>
                  </a:lnTo>
                  <a:lnTo>
                    <a:pt x="78" y="536"/>
                  </a:lnTo>
                  <a:lnTo>
                    <a:pt x="78" y="536"/>
                  </a:lnTo>
                  <a:lnTo>
                    <a:pt x="52" y="586"/>
                  </a:lnTo>
                  <a:lnTo>
                    <a:pt x="24" y="634"/>
                  </a:lnTo>
                  <a:lnTo>
                    <a:pt x="24" y="634"/>
                  </a:lnTo>
                  <a:lnTo>
                    <a:pt x="24" y="636"/>
                  </a:lnTo>
                  <a:lnTo>
                    <a:pt x="24" y="636"/>
                  </a:lnTo>
                  <a:lnTo>
                    <a:pt x="24" y="634"/>
                  </a:lnTo>
                  <a:lnTo>
                    <a:pt x="24" y="634"/>
                  </a:lnTo>
                  <a:lnTo>
                    <a:pt x="24" y="622"/>
                  </a:lnTo>
                  <a:lnTo>
                    <a:pt x="24" y="622"/>
                  </a:lnTo>
                  <a:lnTo>
                    <a:pt x="20" y="602"/>
                  </a:lnTo>
                  <a:lnTo>
                    <a:pt x="20" y="602"/>
                  </a:lnTo>
                  <a:lnTo>
                    <a:pt x="20" y="598"/>
                  </a:lnTo>
                  <a:lnTo>
                    <a:pt x="20" y="594"/>
                  </a:lnTo>
                  <a:lnTo>
                    <a:pt x="20" y="594"/>
                  </a:lnTo>
                  <a:lnTo>
                    <a:pt x="20" y="590"/>
                  </a:lnTo>
                  <a:lnTo>
                    <a:pt x="20" y="588"/>
                  </a:lnTo>
                  <a:lnTo>
                    <a:pt x="20" y="588"/>
                  </a:lnTo>
                  <a:lnTo>
                    <a:pt x="20" y="576"/>
                  </a:lnTo>
                  <a:lnTo>
                    <a:pt x="22" y="570"/>
                  </a:lnTo>
                  <a:lnTo>
                    <a:pt x="24" y="566"/>
                  </a:lnTo>
                  <a:lnTo>
                    <a:pt x="24" y="566"/>
                  </a:lnTo>
                  <a:lnTo>
                    <a:pt x="26" y="564"/>
                  </a:lnTo>
                  <a:lnTo>
                    <a:pt x="26" y="562"/>
                  </a:lnTo>
                  <a:lnTo>
                    <a:pt x="26" y="562"/>
                  </a:lnTo>
                  <a:lnTo>
                    <a:pt x="22" y="562"/>
                  </a:lnTo>
                  <a:lnTo>
                    <a:pt x="16" y="562"/>
                  </a:lnTo>
                  <a:lnTo>
                    <a:pt x="16" y="562"/>
                  </a:lnTo>
                  <a:lnTo>
                    <a:pt x="12" y="562"/>
                  </a:lnTo>
                  <a:lnTo>
                    <a:pt x="12" y="562"/>
                  </a:lnTo>
                  <a:lnTo>
                    <a:pt x="8" y="564"/>
                  </a:lnTo>
                  <a:lnTo>
                    <a:pt x="8" y="564"/>
                  </a:lnTo>
                  <a:lnTo>
                    <a:pt x="4" y="566"/>
                  </a:lnTo>
                  <a:lnTo>
                    <a:pt x="4" y="566"/>
                  </a:lnTo>
                  <a:lnTo>
                    <a:pt x="2" y="572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0" y="580"/>
                  </a:lnTo>
                  <a:lnTo>
                    <a:pt x="0" y="580"/>
                  </a:lnTo>
                  <a:lnTo>
                    <a:pt x="2" y="596"/>
                  </a:lnTo>
                  <a:lnTo>
                    <a:pt x="2" y="596"/>
                  </a:lnTo>
                  <a:lnTo>
                    <a:pt x="2" y="608"/>
                  </a:lnTo>
                  <a:lnTo>
                    <a:pt x="2" y="608"/>
                  </a:lnTo>
                  <a:lnTo>
                    <a:pt x="2" y="612"/>
                  </a:lnTo>
                  <a:lnTo>
                    <a:pt x="2" y="612"/>
                  </a:lnTo>
                  <a:lnTo>
                    <a:pt x="4" y="628"/>
                  </a:lnTo>
                  <a:lnTo>
                    <a:pt x="4" y="630"/>
                  </a:lnTo>
                  <a:lnTo>
                    <a:pt x="4" y="630"/>
                  </a:lnTo>
                  <a:lnTo>
                    <a:pt x="6" y="632"/>
                  </a:lnTo>
                  <a:lnTo>
                    <a:pt x="6" y="632"/>
                  </a:lnTo>
                  <a:lnTo>
                    <a:pt x="6" y="638"/>
                  </a:lnTo>
                  <a:lnTo>
                    <a:pt x="8" y="642"/>
                  </a:lnTo>
                  <a:lnTo>
                    <a:pt x="8" y="642"/>
                  </a:lnTo>
                  <a:lnTo>
                    <a:pt x="6" y="644"/>
                  </a:lnTo>
                  <a:lnTo>
                    <a:pt x="6" y="644"/>
                  </a:lnTo>
                  <a:lnTo>
                    <a:pt x="8" y="652"/>
                  </a:lnTo>
                  <a:lnTo>
                    <a:pt x="12" y="660"/>
                  </a:lnTo>
                  <a:lnTo>
                    <a:pt x="12" y="660"/>
                  </a:lnTo>
                  <a:lnTo>
                    <a:pt x="16" y="662"/>
                  </a:lnTo>
                  <a:lnTo>
                    <a:pt x="16" y="662"/>
                  </a:lnTo>
                  <a:lnTo>
                    <a:pt x="16" y="664"/>
                  </a:lnTo>
                  <a:lnTo>
                    <a:pt x="16" y="664"/>
                  </a:lnTo>
                  <a:lnTo>
                    <a:pt x="20" y="664"/>
                  </a:lnTo>
                  <a:lnTo>
                    <a:pt x="20" y="664"/>
                  </a:lnTo>
                  <a:lnTo>
                    <a:pt x="22" y="666"/>
                  </a:lnTo>
                  <a:lnTo>
                    <a:pt x="22" y="666"/>
                  </a:lnTo>
                  <a:lnTo>
                    <a:pt x="26" y="668"/>
                  </a:lnTo>
                  <a:lnTo>
                    <a:pt x="26" y="668"/>
                  </a:lnTo>
                  <a:lnTo>
                    <a:pt x="30" y="668"/>
                  </a:lnTo>
                  <a:lnTo>
                    <a:pt x="30" y="668"/>
                  </a:lnTo>
                  <a:lnTo>
                    <a:pt x="40" y="666"/>
                  </a:lnTo>
                  <a:lnTo>
                    <a:pt x="46" y="662"/>
                  </a:lnTo>
                  <a:lnTo>
                    <a:pt x="46" y="662"/>
                  </a:lnTo>
                  <a:lnTo>
                    <a:pt x="52" y="660"/>
                  </a:lnTo>
                  <a:lnTo>
                    <a:pt x="52" y="660"/>
                  </a:lnTo>
                  <a:lnTo>
                    <a:pt x="72" y="646"/>
                  </a:lnTo>
                  <a:lnTo>
                    <a:pt x="72" y="646"/>
                  </a:lnTo>
                  <a:lnTo>
                    <a:pt x="90" y="634"/>
                  </a:lnTo>
                  <a:lnTo>
                    <a:pt x="90" y="634"/>
                  </a:lnTo>
                  <a:lnTo>
                    <a:pt x="94" y="632"/>
                  </a:lnTo>
                  <a:lnTo>
                    <a:pt x="94" y="632"/>
                  </a:lnTo>
                  <a:lnTo>
                    <a:pt x="116" y="618"/>
                  </a:lnTo>
                  <a:lnTo>
                    <a:pt x="116" y="618"/>
                  </a:lnTo>
                  <a:lnTo>
                    <a:pt x="118" y="616"/>
                  </a:lnTo>
                  <a:lnTo>
                    <a:pt x="118" y="616"/>
                  </a:lnTo>
                  <a:lnTo>
                    <a:pt x="122" y="614"/>
                  </a:lnTo>
                  <a:lnTo>
                    <a:pt x="122" y="614"/>
                  </a:lnTo>
                  <a:lnTo>
                    <a:pt x="130" y="610"/>
                  </a:lnTo>
                  <a:lnTo>
                    <a:pt x="136" y="606"/>
                  </a:lnTo>
                  <a:lnTo>
                    <a:pt x="136" y="606"/>
                  </a:lnTo>
                  <a:lnTo>
                    <a:pt x="138" y="604"/>
                  </a:lnTo>
                  <a:lnTo>
                    <a:pt x="138" y="604"/>
                  </a:lnTo>
                  <a:lnTo>
                    <a:pt x="150" y="596"/>
                  </a:lnTo>
                  <a:lnTo>
                    <a:pt x="160" y="588"/>
                  </a:lnTo>
                  <a:lnTo>
                    <a:pt x="160" y="588"/>
                  </a:lnTo>
                  <a:lnTo>
                    <a:pt x="162" y="582"/>
                  </a:lnTo>
                  <a:lnTo>
                    <a:pt x="162" y="582"/>
                  </a:lnTo>
                  <a:lnTo>
                    <a:pt x="162" y="580"/>
                  </a:lnTo>
                  <a:lnTo>
                    <a:pt x="160" y="578"/>
                  </a:lnTo>
                  <a:lnTo>
                    <a:pt x="160" y="578"/>
                  </a:lnTo>
                  <a:close/>
                </a:path>
              </a:pathLst>
            </a:custGeom>
            <a:solidFill>
              <a:srgbClr val="A1EEBD"/>
            </a:solidFill>
            <a:ln w="9525" cap="flat" cmpd="sng" algn="ctr">
              <a:solidFill>
                <a:srgbClr val="A1EEB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121728" tIns="60864" rIns="121728" bIns="60864" numCol="1" anchor="t" anchorCtr="0" compatLnSpc="1">
              <a:prstTxWarp prst="textNoShape">
                <a:avLst/>
              </a:prstTxWarp>
            </a:bodyPr>
            <a:lstStyle/>
            <a:p>
              <a:endParaRPr lang="en-US" sz="2396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4DAFA3-6D6D-9FC5-5209-10AA387C29C1}"/>
                </a:ext>
              </a:extLst>
            </p:cNvPr>
            <p:cNvSpPr txBox="1"/>
            <p:nvPr/>
          </p:nvSpPr>
          <p:spPr>
            <a:xfrm>
              <a:off x="8518971" y="4539323"/>
              <a:ext cx="294958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highlight>
                    <a:srgbClr val="A1EEBD"/>
                  </a:highlight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Normal images and text </a:t>
              </a:r>
              <a:br>
                <a:rPr lang="en-US" sz="2000" b="1" dirty="0">
                  <a:highlight>
                    <a:srgbClr val="A1EEBD"/>
                  </a:highlight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</a:br>
              <a:r>
                <a:rPr lang="en-US" sz="2000" b="1" dirty="0">
                  <a:highlight>
                    <a:srgbClr val="A1EEBD"/>
                  </a:highlight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remains untouched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7945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8F98CD0-A0F1-1861-7007-C48F9142F4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48693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8B2CF4C2-AB2D-8C2D-3018-DFFACB37B9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1" y="1245371"/>
            <a:ext cx="7771585" cy="4366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A90B3F-899C-69B3-F1BA-24F3DFAB1A31}"/>
              </a:ext>
            </a:extLst>
          </p:cNvPr>
          <p:cNvSpPr/>
          <p:nvPr/>
        </p:nvSpPr>
        <p:spPr>
          <a:xfrm>
            <a:off x="0" y="1828799"/>
            <a:ext cx="10958052" cy="68487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1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52DC9B6-1588-9C4F-CE99-19F7D30015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792293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utoShape 2">
            <a:extLst>
              <a:ext uri="{FF2B5EF4-FFF2-40B4-BE49-F238E27FC236}">
                <a16:creationId xmlns:a16="http://schemas.microsoft.com/office/drawing/2014/main" id="{9124CBD0-F40C-D771-28F5-7FA9FAC671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B1F397-94DA-A2A1-F31A-18C77AD43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800" y="177800"/>
            <a:ext cx="6502400" cy="65024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14BBDF0-0BDE-59EA-BB34-BDE050CF1B07}"/>
              </a:ext>
            </a:extLst>
          </p:cNvPr>
          <p:cNvGrpSpPr>
            <a:grpSpLocks noChangeAspect="1"/>
          </p:cNvGrpSpPr>
          <p:nvPr/>
        </p:nvGrpSpPr>
        <p:grpSpPr>
          <a:xfrm>
            <a:off x="4721914" y="2054914"/>
            <a:ext cx="2748171" cy="2748171"/>
            <a:chOff x="5961063" y="3294063"/>
            <a:chExt cx="269875" cy="269875"/>
          </a:xfrm>
        </p:grpSpPr>
        <p:sp>
          <p:nvSpPr>
            <p:cNvPr id="8" name="Oval 18">
              <a:extLst>
                <a:ext uri="{FF2B5EF4-FFF2-40B4-BE49-F238E27FC236}">
                  <a16:creationId xmlns:a16="http://schemas.microsoft.com/office/drawing/2014/main" id="{623C62E4-4BC1-8E4C-3CE2-DED0EE09A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1063" y="3294063"/>
              <a:ext cx="269875" cy="269875"/>
            </a:xfrm>
            <a:prstGeom prst="ellipse">
              <a:avLst/>
            </a:prstGeom>
            <a:noFill/>
            <a:ln w="9525" cap="flat" cmpd="sng" algn="ctr">
              <a:solidFill>
                <a:srgbClr val="E71C57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9">
              <a:extLst>
                <a:ext uri="{FF2B5EF4-FFF2-40B4-BE49-F238E27FC236}">
                  <a16:creationId xmlns:a16="http://schemas.microsoft.com/office/drawing/2014/main" id="{E90814C7-1FB8-9994-0790-492B5249D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0438" y="3373438"/>
              <a:ext cx="111125" cy="111125"/>
            </a:xfrm>
            <a:custGeom>
              <a:avLst/>
              <a:gdLst>
                <a:gd name="T0" fmla="*/ 63 w 70"/>
                <a:gd name="T1" fmla="*/ 0 h 70"/>
                <a:gd name="T2" fmla="*/ 35 w 70"/>
                <a:gd name="T3" fmla="*/ 29 h 70"/>
                <a:gd name="T4" fmla="*/ 6 w 70"/>
                <a:gd name="T5" fmla="*/ 0 h 70"/>
                <a:gd name="T6" fmla="*/ 0 w 70"/>
                <a:gd name="T7" fmla="*/ 6 h 70"/>
                <a:gd name="T8" fmla="*/ 28 w 70"/>
                <a:gd name="T9" fmla="*/ 35 h 70"/>
                <a:gd name="T10" fmla="*/ 0 w 70"/>
                <a:gd name="T11" fmla="*/ 63 h 70"/>
                <a:gd name="T12" fmla="*/ 6 w 70"/>
                <a:gd name="T13" fmla="*/ 70 h 70"/>
                <a:gd name="T14" fmla="*/ 35 w 70"/>
                <a:gd name="T15" fmla="*/ 41 h 70"/>
                <a:gd name="T16" fmla="*/ 63 w 70"/>
                <a:gd name="T17" fmla="*/ 70 h 70"/>
                <a:gd name="T18" fmla="*/ 70 w 70"/>
                <a:gd name="T19" fmla="*/ 63 h 70"/>
                <a:gd name="T20" fmla="*/ 41 w 70"/>
                <a:gd name="T21" fmla="*/ 35 h 70"/>
                <a:gd name="T22" fmla="*/ 70 w 70"/>
                <a:gd name="T23" fmla="*/ 6 h 70"/>
                <a:gd name="T24" fmla="*/ 63 w 70"/>
                <a:gd name="T25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70">
                  <a:moveTo>
                    <a:pt x="63" y="0"/>
                  </a:moveTo>
                  <a:lnTo>
                    <a:pt x="35" y="29"/>
                  </a:lnTo>
                  <a:lnTo>
                    <a:pt x="6" y="0"/>
                  </a:lnTo>
                  <a:lnTo>
                    <a:pt x="0" y="6"/>
                  </a:lnTo>
                  <a:lnTo>
                    <a:pt x="28" y="35"/>
                  </a:lnTo>
                  <a:lnTo>
                    <a:pt x="0" y="63"/>
                  </a:lnTo>
                  <a:lnTo>
                    <a:pt x="6" y="70"/>
                  </a:lnTo>
                  <a:lnTo>
                    <a:pt x="35" y="41"/>
                  </a:lnTo>
                  <a:lnTo>
                    <a:pt x="63" y="70"/>
                  </a:lnTo>
                  <a:lnTo>
                    <a:pt x="70" y="63"/>
                  </a:lnTo>
                  <a:lnTo>
                    <a:pt x="41" y="35"/>
                  </a:lnTo>
                  <a:lnTo>
                    <a:pt x="70" y="6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E71C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850022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39dcc26a-7131-49f4-a9eb-1c0521500c03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1075</TotalTime>
  <Words>20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Apple SD Gothic Neo</vt:lpstr>
      <vt:lpstr>Aptos</vt:lpstr>
      <vt:lpstr>Aptos Display</vt:lpstr>
      <vt:lpstr>Arial</vt:lpstr>
      <vt:lpstr>Office Theme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Graeber, Felix</dc:creator>
  <cp:lastModifiedBy>Graeber, Felix</cp:lastModifiedBy>
  <cp:revision>2</cp:revision>
  <dcterms:created xsi:type="dcterms:W3CDTF">2024-04-07T18:14:01Z</dcterms:created>
  <dcterms:modified xsi:type="dcterms:W3CDTF">2024-04-08T21:36:26Z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2024-04-08T21:36:26Z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543c2f8b-6650-4db1-8b37-256aae04229f</vt:lpwstr>
  </property>
  <property fmtid="{D5CDD505-2E9C-101B-9397-08002B2CF9AE}" pid="8" name="MSIP_Label_b0d5c4f4-7a29-4385-b7a5-afbe2154ae6f_ContentBits">
    <vt:lpwstr>0</vt:lpwstr>
  </property>
</Properties>
</file>