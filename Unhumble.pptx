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custDataLst>
    <p:tags r:id="rId4"/>
  </p:custData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7D45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94"/>
  </p:normalViewPr>
  <p:slideViewPr>
    <p:cSldViewPr snapToGrid="0">
      <p:cViewPr>
        <p:scale>
          <a:sx n="90" d="100"/>
          <a:sy n="90" d="100"/>
        </p:scale>
        <p:origin x="1976" y="8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tags" Target="tags/tag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4/7/24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4/7/24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4/7/24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4/7/24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4/7/24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4/7/24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4/7/24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4/7/24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4/7/24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4/7/24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4/7/24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ags" Target="../tags/tag2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1.emf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oleObject" Target="../embeddings/oleObject1.bin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hink-cell data - do not delete" hidden="1">
            <a:extLst>
              <a:ext uri="{FF2B5EF4-FFF2-40B4-BE49-F238E27FC236}">
                <a16:creationId xmlns:a16="http://schemas.microsoft.com/office/drawing/2014/main" id="{6E728D47-DCE3-7EEB-A91C-DCAF419D912D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3"/>
            </p:custDataLst>
            <p:extLst>
              <p:ext uri="{D42A27DB-BD31-4B8C-83A1-F6EECF244321}">
                <p14:modId xmlns:p14="http://schemas.microsoft.com/office/powerpoint/2010/main" val="2466919739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4" imgW="7772400" imgH="10058400" progId="TCLayout.ActiveDocument.1">
                  <p:embed/>
                </p:oleObj>
              </mc:Choice>
              <mc:Fallback>
                <p:oleObj name="think-cell Slide" r:id="rId14" imgW="7772400" imgH="10058400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1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dirty="0"/>
              <a:t>4/7/24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3.xml"/><Relationship Id="rId5" Type="http://schemas.openxmlformats.org/officeDocument/2006/relationships/image" Target="../media/image3.png"/><Relationship Id="rId4" Type="http://schemas.openxmlformats.org/officeDocument/2006/relationships/image" Target="../media/image2.emf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.bin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4.xml"/><Relationship Id="rId5" Type="http://schemas.openxmlformats.org/officeDocument/2006/relationships/image" Target="../media/image5.png"/><Relationship Id="rId4" Type="http://schemas.openxmlformats.org/officeDocument/2006/relationships/image" Target="../media/image4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hink-cell data - do not delete" hidden="1">
            <a:extLst>
              <a:ext uri="{FF2B5EF4-FFF2-40B4-BE49-F238E27FC236}">
                <a16:creationId xmlns:a16="http://schemas.microsoft.com/office/drawing/2014/main" id="{E21788D9-B5CD-2F80-ED68-259BFF15EACD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722349369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5" name="Picture 4">
            <a:extLst>
              <a:ext uri="{FF2B5EF4-FFF2-40B4-BE49-F238E27FC236}">
                <a16:creationId xmlns:a16="http://schemas.microsoft.com/office/drawing/2014/main" id="{E0A31FBB-E485-1B77-1197-CBEE92CFD0E4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l="4235" t="1226" r="4644" b="1302"/>
          <a:stretch/>
        </p:blipFill>
        <p:spPr>
          <a:xfrm>
            <a:off x="3731172" y="84083"/>
            <a:ext cx="4708635" cy="6684580"/>
          </a:xfrm>
          <a:prstGeom prst="rect">
            <a:avLst/>
          </a:prstGeom>
        </p:spPr>
      </p:pic>
      <p:sp>
        <p:nvSpPr>
          <p:cNvPr id="6" name="Freeform 72">
            <a:extLst>
              <a:ext uri="{FF2B5EF4-FFF2-40B4-BE49-F238E27FC236}">
                <a16:creationId xmlns:a16="http://schemas.microsoft.com/office/drawing/2014/main" id="{61EF16AA-186D-DA1C-A8A7-2C5918BF5FF6}"/>
              </a:ext>
            </a:extLst>
          </p:cNvPr>
          <p:cNvSpPr>
            <a:spLocks/>
          </p:cNvSpPr>
          <p:nvPr/>
        </p:nvSpPr>
        <p:spPr bwMode="auto">
          <a:xfrm rot="14660993">
            <a:off x="2503524" y="199245"/>
            <a:ext cx="414442" cy="2376312"/>
          </a:xfrm>
          <a:custGeom>
            <a:avLst/>
            <a:gdLst/>
            <a:ahLst/>
            <a:cxnLst>
              <a:cxn ang="0">
                <a:pos x="158" y="574"/>
              </a:cxn>
              <a:cxn ang="0">
                <a:pos x="156" y="576"/>
              </a:cxn>
              <a:cxn ang="0">
                <a:pos x="152" y="578"/>
              </a:cxn>
              <a:cxn ang="0">
                <a:pos x="120" y="594"/>
              </a:cxn>
              <a:cxn ang="0">
                <a:pos x="72" y="624"/>
              </a:cxn>
              <a:cxn ang="0">
                <a:pos x="56" y="632"/>
              </a:cxn>
              <a:cxn ang="0">
                <a:pos x="30" y="650"/>
              </a:cxn>
              <a:cxn ang="0">
                <a:pos x="58" y="608"/>
              </a:cxn>
              <a:cxn ang="0">
                <a:pos x="112" y="502"/>
              </a:cxn>
              <a:cxn ang="0">
                <a:pos x="152" y="382"/>
              </a:cxn>
              <a:cxn ang="0">
                <a:pos x="162" y="266"/>
              </a:cxn>
              <a:cxn ang="0">
                <a:pos x="156" y="204"/>
              </a:cxn>
              <a:cxn ang="0">
                <a:pos x="150" y="178"/>
              </a:cxn>
              <a:cxn ang="0">
                <a:pos x="118" y="90"/>
              </a:cxn>
              <a:cxn ang="0">
                <a:pos x="74" y="22"/>
              </a:cxn>
              <a:cxn ang="0">
                <a:pos x="54" y="0"/>
              </a:cxn>
              <a:cxn ang="0">
                <a:pos x="48" y="10"/>
              </a:cxn>
              <a:cxn ang="0">
                <a:pos x="58" y="28"/>
              </a:cxn>
              <a:cxn ang="0">
                <a:pos x="82" y="70"/>
              </a:cxn>
              <a:cxn ang="0">
                <a:pos x="110" y="124"/>
              </a:cxn>
              <a:cxn ang="0">
                <a:pos x="134" y="196"/>
              </a:cxn>
              <a:cxn ang="0">
                <a:pos x="144" y="284"/>
              </a:cxn>
              <a:cxn ang="0">
                <a:pos x="140" y="334"/>
              </a:cxn>
              <a:cxn ang="0">
                <a:pos x="138" y="354"/>
              </a:cxn>
              <a:cxn ang="0">
                <a:pos x="120" y="430"/>
              </a:cxn>
              <a:cxn ang="0">
                <a:pos x="108" y="462"/>
              </a:cxn>
              <a:cxn ang="0">
                <a:pos x="78" y="536"/>
              </a:cxn>
              <a:cxn ang="0">
                <a:pos x="24" y="634"/>
              </a:cxn>
              <a:cxn ang="0">
                <a:pos x="24" y="634"/>
              </a:cxn>
              <a:cxn ang="0">
                <a:pos x="20" y="602"/>
              </a:cxn>
              <a:cxn ang="0">
                <a:pos x="20" y="590"/>
              </a:cxn>
              <a:cxn ang="0">
                <a:pos x="22" y="570"/>
              </a:cxn>
              <a:cxn ang="0">
                <a:pos x="26" y="562"/>
              </a:cxn>
              <a:cxn ang="0">
                <a:pos x="16" y="562"/>
              </a:cxn>
              <a:cxn ang="0">
                <a:pos x="8" y="564"/>
              </a:cxn>
              <a:cxn ang="0">
                <a:pos x="0" y="576"/>
              </a:cxn>
              <a:cxn ang="0">
                <a:pos x="2" y="596"/>
              </a:cxn>
              <a:cxn ang="0">
                <a:pos x="2" y="612"/>
              </a:cxn>
              <a:cxn ang="0">
                <a:pos x="4" y="630"/>
              </a:cxn>
              <a:cxn ang="0">
                <a:pos x="8" y="642"/>
              </a:cxn>
              <a:cxn ang="0">
                <a:pos x="8" y="652"/>
              </a:cxn>
              <a:cxn ang="0">
                <a:pos x="16" y="662"/>
              </a:cxn>
              <a:cxn ang="0">
                <a:pos x="20" y="664"/>
              </a:cxn>
              <a:cxn ang="0">
                <a:pos x="26" y="668"/>
              </a:cxn>
              <a:cxn ang="0">
                <a:pos x="46" y="662"/>
              </a:cxn>
              <a:cxn ang="0">
                <a:pos x="72" y="646"/>
              </a:cxn>
              <a:cxn ang="0">
                <a:pos x="94" y="632"/>
              </a:cxn>
              <a:cxn ang="0">
                <a:pos x="118" y="616"/>
              </a:cxn>
              <a:cxn ang="0">
                <a:pos x="130" y="610"/>
              </a:cxn>
              <a:cxn ang="0">
                <a:pos x="138" y="604"/>
              </a:cxn>
              <a:cxn ang="0">
                <a:pos x="162" y="582"/>
              </a:cxn>
              <a:cxn ang="0">
                <a:pos x="160" y="578"/>
              </a:cxn>
            </a:cxnLst>
            <a:rect l="0" t="0" r="r" b="b"/>
            <a:pathLst>
              <a:path w="162" h="668">
                <a:moveTo>
                  <a:pt x="160" y="578"/>
                </a:moveTo>
                <a:lnTo>
                  <a:pt x="160" y="578"/>
                </a:lnTo>
                <a:lnTo>
                  <a:pt x="158" y="574"/>
                </a:lnTo>
                <a:lnTo>
                  <a:pt x="158" y="574"/>
                </a:lnTo>
                <a:lnTo>
                  <a:pt x="156" y="576"/>
                </a:lnTo>
                <a:lnTo>
                  <a:pt x="156" y="576"/>
                </a:lnTo>
                <a:lnTo>
                  <a:pt x="156" y="576"/>
                </a:lnTo>
                <a:lnTo>
                  <a:pt x="156" y="576"/>
                </a:lnTo>
                <a:lnTo>
                  <a:pt x="156" y="576"/>
                </a:lnTo>
                <a:lnTo>
                  <a:pt x="156" y="576"/>
                </a:lnTo>
                <a:lnTo>
                  <a:pt x="154" y="578"/>
                </a:lnTo>
                <a:lnTo>
                  <a:pt x="152" y="578"/>
                </a:lnTo>
                <a:lnTo>
                  <a:pt x="152" y="578"/>
                </a:lnTo>
                <a:lnTo>
                  <a:pt x="136" y="586"/>
                </a:lnTo>
                <a:lnTo>
                  <a:pt x="120" y="594"/>
                </a:lnTo>
                <a:lnTo>
                  <a:pt x="120" y="594"/>
                </a:lnTo>
                <a:lnTo>
                  <a:pt x="102" y="604"/>
                </a:lnTo>
                <a:lnTo>
                  <a:pt x="102" y="604"/>
                </a:lnTo>
                <a:lnTo>
                  <a:pt x="72" y="624"/>
                </a:lnTo>
                <a:lnTo>
                  <a:pt x="72" y="624"/>
                </a:lnTo>
                <a:lnTo>
                  <a:pt x="66" y="626"/>
                </a:lnTo>
                <a:lnTo>
                  <a:pt x="62" y="630"/>
                </a:lnTo>
                <a:lnTo>
                  <a:pt x="62" y="630"/>
                </a:lnTo>
                <a:lnTo>
                  <a:pt x="56" y="632"/>
                </a:lnTo>
                <a:lnTo>
                  <a:pt x="52" y="636"/>
                </a:lnTo>
                <a:lnTo>
                  <a:pt x="52" y="636"/>
                </a:lnTo>
                <a:lnTo>
                  <a:pt x="42" y="642"/>
                </a:lnTo>
                <a:lnTo>
                  <a:pt x="30" y="650"/>
                </a:lnTo>
                <a:lnTo>
                  <a:pt x="30" y="650"/>
                </a:lnTo>
                <a:lnTo>
                  <a:pt x="36" y="640"/>
                </a:lnTo>
                <a:lnTo>
                  <a:pt x="36" y="640"/>
                </a:lnTo>
                <a:lnTo>
                  <a:pt x="58" y="608"/>
                </a:lnTo>
                <a:lnTo>
                  <a:pt x="78" y="574"/>
                </a:lnTo>
                <a:lnTo>
                  <a:pt x="96" y="538"/>
                </a:lnTo>
                <a:lnTo>
                  <a:pt x="112" y="502"/>
                </a:lnTo>
                <a:lnTo>
                  <a:pt x="112" y="502"/>
                </a:lnTo>
                <a:lnTo>
                  <a:pt x="130" y="460"/>
                </a:lnTo>
                <a:lnTo>
                  <a:pt x="142" y="420"/>
                </a:lnTo>
                <a:lnTo>
                  <a:pt x="142" y="420"/>
                </a:lnTo>
                <a:lnTo>
                  <a:pt x="152" y="382"/>
                </a:lnTo>
                <a:lnTo>
                  <a:pt x="158" y="344"/>
                </a:lnTo>
                <a:lnTo>
                  <a:pt x="162" y="304"/>
                </a:lnTo>
                <a:lnTo>
                  <a:pt x="162" y="266"/>
                </a:lnTo>
                <a:lnTo>
                  <a:pt x="162" y="266"/>
                </a:lnTo>
                <a:lnTo>
                  <a:pt x="160" y="242"/>
                </a:lnTo>
                <a:lnTo>
                  <a:pt x="156" y="216"/>
                </a:lnTo>
                <a:lnTo>
                  <a:pt x="156" y="216"/>
                </a:lnTo>
                <a:lnTo>
                  <a:pt x="156" y="204"/>
                </a:lnTo>
                <a:lnTo>
                  <a:pt x="154" y="190"/>
                </a:lnTo>
                <a:lnTo>
                  <a:pt x="154" y="190"/>
                </a:lnTo>
                <a:lnTo>
                  <a:pt x="150" y="178"/>
                </a:lnTo>
                <a:lnTo>
                  <a:pt x="150" y="178"/>
                </a:lnTo>
                <a:lnTo>
                  <a:pt x="146" y="164"/>
                </a:lnTo>
                <a:lnTo>
                  <a:pt x="146" y="164"/>
                </a:lnTo>
                <a:lnTo>
                  <a:pt x="134" y="128"/>
                </a:lnTo>
                <a:lnTo>
                  <a:pt x="118" y="90"/>
                </a:lnTo>
                <a:lnTo>
                  <a:pt x="118" y="90"/>
                </a:lnTo>
                <a:lnTo>
                  <a:pt x="96" y="54"/>
                </a:lnTo>
                <a:lnTo>
                  <a:pt x="74" y="22"/>
                </a:lnTo>
                <a:lnTo>
                  <a:pt x="74" y="22"/>
                </a:lnTo>
                <a:lnTo>
                  <a:pt x="68" y="12"/>
                </a:lnTo>
                <a:lnTo>
                  <a:pt x="60" y="4"/>
                </a:lnTo>
                <a:lnTo>
                  <a:pt x="60" y="4"/>
                </a:lnTo>
                <a:lnTo>
                  <a:pt x="54" y="0"/>
                </a:lnTo>
                <a:lnTo>
                  <a:pt x="52" y="2"/>
                </a:lnTo>
                <a:lnTo>
                  <a:pt x="48" y="6"/>
                </a:lnTo>
                <a:lnTo>
                  <a:pt x="48" y="6"/>
                </a:lnTo>
                <a:lnTo>
                  <a:pt x="48" y="10"/>
                </a:lnTo>
                <a:lnTo>
                  <a:pt x="50" y="14"/>
                </a:lnTo>
                <a:lnTo>
                  <a:pt x="50" y="14"/>
                </a:lnTo>
                <a:lnTo>
                  <a:pt x="54" y="22"/>
                </a:lnTo>
                <a:lnTo>
                  <a:pt x="58" y="28"/>
                </a:lnTo>
                <a:lnTo>
                  <a:pt x="58" y="28"/>
                </a:lnTo>
                <a:lnTo>
                  <a:pt x="66" y="42"/>
                </a:lnTo>
                <a:lnTo>
                  <a:pt x="66" y="42"/>
                </a:lnTo>
                <a:lnTo>
                  <a:pt x="82" y="70"/>
                </a:lnTo>
                <a:lnTo>
                  <a:pt x="100" y="98"/>
                </a:lnTo>
                <a:lnTo>
                  <a:pt x="100" y="98"/>
                </a:lnTo>
                <a:lnTo>
                  <a:pt x="106" y="110"/>
                </a:lnTo>
                <a:lnTo>
                  <a:pt x="110" y="124"/>
                </a:lnTo>
                <a:lnTo>
                  <a:pt x="110" y="124"/>
                </a:lnTo>
                <a:lnTo>
                  <a:pt x="120" y="148"/>
                </a:lnTo>
                <a:lnTo>
                  <a:pt x="128" y="172"/>
                </a:lnTo>
                <a:lnTo>
                  <a:pt x="134" y="196"/>
                </a:lnTo>
                <a:lnTo>
                  <a:pt x="138" y="220"/>
                </a:lnTo>
                <a:lnTo>
                  <a:pt x="138" y="220"/>
                </a:lnTo>
                <a:lnTo>
                  <a:pt x="142" y="260"/>
                </a:lnTo>
                <a:lnTo>
                  <a:pt x="144" y="284"/>
                </a:lnTo>
                <a:lnTo>
                  <a:pt x="142" y="306"/>
                </a:lnTo>
                <a:lnTo>
                  <a:pt x="142" y="306"/>
                </a:lnTo>
                <a:lnTo>
                  <a:pt x="140" y="326"/>
                </a:lnTo>
                <a:lnTo>
                  <a:pt x="140" y="334"/>
                </a:lnTo>
                <a:lnTo>
                  <a:pt x="140" y="334"/>
                </a:lnTo>
                <a:lnTo>
                  <a:pt x="140" y="340"/>
                </a:lnTo>
                <a:lnTo>
                  <a:pt x="138" y="354"/>
                </a:lnTo>
                <a:lnTo>
                  <a:pt x="138" y="354"/>
                </a:lnTo>
                <a:lnTo>
                  <a:pt x="132" y="380"/>
                </a:lnTo>
                <a:lnTo>
                  <a:pt x="132" y="380"/>
                </a:lnTo>
                <a:lnTo>
                  <a:pt x="120" y="430"/>
                </a:lnTo>
                <a:lnTo>
                  <a:pt x="120" y="430"/>
                </a:lnTo>
                <a:lnTo>
                  <a:pt x="114" y="446"/>
                </a:lnTo>
                <a:lnTo>
                  <a:pt x="114" y="446"/>
                </a:lnTo>
                <a:lnTo>
                  <a:pt x="108" y="462"/>
                </a:lnTo>
                <a:lnTo>
                  <a:pt x="108" y="462"/>
                </a:lnTo>
                <a:lnTo>
                  <a:pt x="96" y="494"/>
                </a:lnTo>
                <a:lnTo>
                  <a:pt x="84" y="522"/>
                </a:lnTo>
                <a:lnTo>
                  <a:pt x="84" y="522"/>
                </a:lnTo>
                <a:lnTo>
                  <a:pt x="78" y="536"/>
                </a:lnTo>
                <a:lnTo>
                  <a:pt x="78" y="536"/>
                </a:lnTo>
                <a:lnTo>
                  <a:pt x="52" y="586"/>
                </a:lnTo>
                <a:lnTo>
                  <a:pt x="24" y="634"/>
                </a:lnTo>
                <a:lnTo>
                  <a:pt x="24" y="634"/>
                </a:lnTo>
                <a:lnTo>
                  <a:pt x="24" y="636"/>
                </a:lnTo>
                <a:lnTo>
                  <a:pt x="24" y="636"/>
                </a:lnTo>
                <a:lnTo>
                  <a:pt x="24" y="634"/>
                </a:lnTo>
                <a:lnTo>
                  <a:pt x="24" y="634"/>
                </a:lnTo>
                <a:lnTo>
                  <a:pt x="24" y="622"/>
                </a:lnTo>
                <a:lnTo>
                  <a:pt x="24" y="622"/>
                </a:lnTo>
                <a:lnTo>
                  <a:pt x="20" y="602"/>
                </a:lnTo>
                <a:lnTo>
                  <a:pt x="20" y="602"/>
                </a:lnTo>
                <a:lnTo>
                  <a:pt x="20" y="598"/>
                </a:lnTo>
                <a:lnTo>
                  <a:pt x="20" y="594"/>
                </a:lnTo>
                <a:lnTo>
                  <a:pt x="20" y="594"/>
                </a:lnTo>
                <a:lnTo>
                  <a:pt x="20" y="590"/>
                </a:lnTo>
                <a:lnTo>
                  <a:pt x="20" y="588"/>
                </a:lnTo>
                <a:lnTo>
                  <a:pt x="20" y="588"/>
                </a:lnTo>
                <a:lnTo>
                  <a:pt x="20" y="576"/>
                </a:lnTo>
                <a:lnTo>
                  <a:pt x="22" y="570"/>
                </a:lnTo>
                <a:lnTo>
                  <a:pt x="24" y="566"/>
                </a:lnTo>
                <a:lnTo>
                  <a:pt x="24" y="566"/>
                </a:lnTo>
                <a:lnTo>
                  <a:pt x="26" y="564"/>
                </a:lnTo>
                <a:lnTo>
                  <a:pt x="26" y="562"/>
                </a:lnTo>
                <a:lnTo>
                  <a:pt x="26" y="562"/>
                </a:lnTo>
                <a:lnTo>
                  <a:pt x="22" y="562"/>
                </a:lnTo>
                <a:lnTo>
                  <a:pt x="16" y="562"/>
                </a:lnTo>
                <a:lnTo>
                  <a:pt x="16" y="562"/>
                </a:lnTo>
                <a:lnTo>
                  <a:pt x="12" y="562"/>
                </a:lnTo>
                <a:lnTo>
                  <a:pt x="12" y="562"/>
                </a:lnTo>
                <a:lnTo>
                  <a:pt x="8" y="564"/>
                </a:lnTo>
                <a:lnTo>
                  <a:pt x="8" y="564"/>
                </a:lnTo>
                <a:lnTo>
                  <a:pt x="4" y="566"/>
                </a:lnTo>
                <a:lnTo>
                  <a:pt x="4" y="566"/>
                </a:lnTo>
                <a:lnTo>
                  <a:pt x="2" y="572"/>
                </a:lnTo>
                <a:lnTo>
                  <a:pt x="0" y="576"/>
                </a:lnTo>
                <a:lnTo>
                  <a:pt x="0" y="576"/>
                </a:lnTo>
                <a:lnTo>
                  <a:pt x="0" y="580"/>
                </a:lnTo>
                <a:lnTo>
                  <a:pt x="0" y="580"/>
                </a:lnTo>
                <a:lnTo>
                  <a:pt x="2" y="596"/>
                </a:lnTo>
                <a:lnTo>
                  <a:pt x="2" y="596"/>
                </a:lnTo>
                <a:lnTo>
                  <a:pt x="2" y="608"/>
                </a:lnTo>
                <a:lnTo>
                  <a:pt x="2" y="608"/>
                </a:lnTo>
                <a:lnTo>
                  <a:pt x="2" y="612"/>
                </a:lnTo>
                <a:lnTo>
                  <a:pt x="2" y="612"/>
                </a:lnTo>
                <a:lnTo>
                  <a:pt x="4" y="628"/>
                </a:lnTo>
                <a:lnTo>
                  <a:pt x="4" y="630"/>
                </a:lnTo>
                <a:lnTo>
                  <a:pt x="4" y="630"/>
                </a:lnTo>
                <a:lnTo>
                  <a:pt x="6" y="632"/>
                </a:lnTo>
                <a:lnTo>
                  <a:pt x="6" y="632"/>
                </a:lnTo>
                <a:lnTo>
                  <a:pt x="6" y="638"/>
                </a:lnTo>
                <a:lnTo>
                  <a:pt x="8" y="642"/>
                </a:lnTo>
                <a:lnTo>
                  <a:pt x="8" y="642"/>
                </a:lnTo>
                <a:lnTo>
                  <a:pt x="6" y="644"/>
                </a:lnTo>
                <a:lnTo>
                  <a:pt x="6" y="644"/>
                </a:lnTo>
                <a:lnTo>
                  <a:pt x="8" y="652"/>
                </a:lnTo>
                <a:lnTo>
                  <a:pt x="12" y="660"/>
                </a:lnTo>
                <a:lnTo>
                  <a:pt x="12" y="660"/>
                </a:lnTo>
                <a:lnTo>
                  <a:pt x="16" y="662"/>
                </a:lnTo>
                <a:lnTo>
                  <a:pt x="16" y="662"/>
                </a:lnTo>
                <a:lnTo>
                  <a:pt x="16" y="664"/>
                </a:lnTo>
                <a:lnTo>
                  <a:pt x="16" y="664"/>
                </a:lnTo>
                <a:lnTo>
                  <a:pt x="20" y="664"/>
                </a:lnTo>
                <a:lnTo>
                  <a:pt x="20" y="664"/>
                </a:lnTo>
                <a:lnTo>
                  <a:pt x="22" y="666"/>
                </a:lnTo>
                <a:lnTo>
                  <a:pt x="22" y="666"/>
                </a:lnTo>
                <a:lnTo>
                  <a:pt x="26" y="668"/>
                </a:lnTo>
                <a:lnTo>
                  <a:pt x="26" y="668"/>
                </a:lnTo>
                <a:lnTo>
                  <a:pt x="30" y="668"/>
                </a:lnTo>
                <a:lnTo>
                  <a:pt x="30" y="668"/>
                </a:lnTo>
                <a:lnTo>
                  <a:pt x="40" y="666"/>
                </a:lnTo>
                <a:lnTo>
                  <a:pt x="46" y="662"/>
                </a:lnTo>
                <a:lnTo>
                  <a:pt x="46" y="662"/>
                </a:lnTo>
                <a:lnTo>
                  <a:pt x="52" y="660"/>
                </a:lnTo>
                <a:lnTo>
                  <a:pt x="52" y="660"/>
                </a:lnTo>
                <a:lnTo>
                  <a:pt x="72" y="646"/>
                </a:lnTo>
                <a:lnTo>
                  <a:pt x="72" y="646"/>
                </a:lnTo>
                <a:lnTo>
                  <a:pt x="90" y="634"/>
                </a:lnTo>
                <a:lnTo>
                  <a:pt x="90" y="634"/>
                </a:lnTo>
                <a:lnTo>
                  <a:pt x="94" y="632"/>
                </a:lnTo>
                <a:lnTo>
                  <a:pt x="94" y="632"/>
                </a:lnTo>
                <a:lnTo>
                  <a:pt x="116" y="618"/>
                </a:lnTo>
                <a:lnTo>
                  <a:pt x="116" y="618"/>
                </a:lnTo>
                <a:lnTo>
                  <a:pt x="118" y="616"/>
                </a:lnTo>
                <a:lnTo>
                  <a:pt x="118" y="616"/>
                </a:lnTo>
                <a:lnTo>
                  <a:pt x="122" y="614"/>
                </a:lnTo>
                <a:lnTo>
                  <a:pt x="122" y="614"/>
                </a:lnTo>
                <a:lnTo>
                  <a:pt x="130" y="610"/>
                </a:lnTo>
                <a:lnTo>
                  <a:pt x="136" y="606"/>
                </a:lnTo>
                <a:lnTo>
                  <a:pt x="136" y="606"/>
                </a:lnTo>
                <a:lnTo>
                  <a:pt x="138" y="604"/>
                </a:lnTo>
                <a:lnTo>
                  <a:pt x="138" y="604"/>
                </a:lnTo>
                <a:lnTo>
                  <a:pt x="150" y="596"/>
                </a:lnTo>
                <a:lnTo>
                  <a:pt x="160" y="588"/>
                </a:lnTo>
                <a:lnTo>
                  <a:pt x="160" y="588"/>
                </a:lnTo>
                <a:lnTo>
                  <a:pt x="162" y="582"/>
                </a:lnTo>
                <a:lnTo>
                  <a:pt x="162" y="582"/>
                </a:lnTo>
                <a:lnTo>
                  <a:pt x="162" y="580"/>
                </a:lnTo>
                <a:lnTo>
                  <a:pt x="160" y="578"/>
                </a:lnTo>
                <a:lnTo>
                  <a:pt x="160" y="578"/>
                </a:lnTo>
                <a:close/>
              </a:path>
            </a:pathLst>
          </a:custGeom>
          <a:solidFill>
            <a:schemeClr val="accent3">
              <a:lumMod val="60000"/>
              <a:lumOff val="40000"/>
            </a:schemeClr>
          </a:solidFill>
          <a:ln w="9525" cap="flat" cmpd="sng" algn="ctr">
            <a:solidFill>
              <a:schemeClr val="accent3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121728" tIns="60864" rIns="121728" bIns="60864" numCol="1" anchor="t" anchorCtr="0" compatLnSpc="1">
            <a:prstTxWarp prst="textNoShape">
              <a:avLst/>
            </a:prstTxWarp>
          </a:bodyPr>
          <a:lstStyle/>
          <a:p>
            <a:endParaRPr lang="en-US" sz="2396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D11FC89-A787-102D-9A8C-8FED11CDEAB9}"/>
              </a:ext>
            </a:extLst>
          </p:cNvPr>
          <p:cNvSpPr txBox="1"/>
          <p:nvPr/>
        </p:nvSpPr>
        <p:spPr>
          <a:xfrm>
            <a:off x="735725" y="1991836"/>
            <a:ext cx="2042547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highlight>
                  <a:srgbClr val="47D45A"/>
                </a:highlight>
                <a:latin typeface="Apple SD Gothic Neo" panose="02000300000000000000" pitchFamily="2" charset="-127"/>
                <a:ea typeface="Apple SD Gothic Neo" panose="02000300000000000000" pitchFamily="2" charset="-127"/>
              </a:rPr>
              <a:t>Pretentious text</a:t>
            </a:r>
            <a:br>
              <a:rPr lang="en-US" sz="2000" b="1" dirty="0">
                <a:highlight>
                  <a:srgbClr val="47D45A"/>
                </a:highlight>
                <a:latin typeface="Apple SD Gothic Neo" panose="02000300000000000000" pitchFamily="2" charset="-127"/>
                <a:ea typeface="Apple SD Gothic Neo" panose="02000300000000000000" pitchFamily="2" charset="-127"/>
              </a:rPr>
            </a:br>
            <a:r>
              <a:rPr lang="en-US" sz="2000" b="1" dirty="0">
                <a:highlight>
                  <a:srgbClr val="47D45A"/>
                </a:highlight>
                <a:latin typeface="Apple SD Gothic Neo" panose="02000300000000000000" pitchFamily="2" charset="-127"/>
                <a:ea typeface="Apple SD Gothic Neo" panose="02000300000000000000" pitchFamily="2" charset="-127"/>
              </a:rPr>
              <a:t>is greyed out</a:t>
            </a:r>
          </a:p>
        </p:txBody>
      </p:sp>
      <p:sp>
        <p:nvSpPr>
          <p:cNvPr id="8" name="Freeform 72">
            <a:extLst>
              <a:ext uri="{FF2B5EF4-FFF2-40B4-BE49-F238E27FC236}">
                <a16:creationId xmlns:a16="http://schemas.microsoft.com/office/drawing/2014/main" id="{CE99A475-0192-EC71-F401-1BFAEBCE21E8}"/>
              </a:ext>
            </a:extLst>
          </p:cNvPr>
          <p:cNvSpPr>
            <a:spLocks/>
          </p:cNvSpPr>
          <p:nvPr/>
        </p:nvSpPr>
        <p:spPr bwMode="auto">
          <a:xfrm rot="14660993">
            <a:off x="2657449" y="2919816"/>
            <a:ext cx="572024" cy="2048154"/>
          </a:xfrm>
          <a:custGeom>
            <a:avLst/>
            <a:gdLst/>
            <a:ahLst/>
            <a:cxnLst>
              <a:cxn ang="0">
                <a:pos x="158" y="574"/>
              </a:cxn>
              <a:cxn ang="0">
                <a:pos x="156" y="576"/>
              </a:cxn>
              <a:cxn ang="0">
                <a:pos x="152" y="578"/>
              </a:cxn>
              <a:cxn ang="0">
                <a:pos x="120" y="594"/>
              </a:cxn>
              <a:cxn ang="0">
                <a:pos x="72" y="624"/>
              </a:cxn>
              <a:cxn ang="0">
                <a:pos x="56" y="632"/>
              </a:cxn>
              <a:cxn ang="0">
                <a:pos x="30" y="650"/>
              </a:cxn>
              <a:cxn ang="0">
                <a:pos x="58" y="608"/>
              </a:cxn>
              <a:cxn ang="0">
                <a:pos x="112" y="502"/>
              </a:cxn>
              <a:cxn ang="0">
                <a:pos x="152" y="382"/>
              </a:cxn>
              <a:cxn ang="0">
                <a:pos x="162" y="266"/>
              </a:cxn>
              <a:cxn ang="0">
                <a:pos x="156" y="204"/>
              </a:cxn>
              <a:cxn ang="0">
                <a:pos x="150" y="178"/>
              </a:cxn>
              <a:cxn ang="0">
                <a:pos x="118" y="90"/>
              </a:cxn>
              <a:cxn ang="0">
                <a:pos x="74" y="22"/>
              </a:cxn>
              <a:cxn ang="0">
                <a:pos x="54" y="0"/>
              </a:cxn>
              <a:cxn ang="0">
                <a:pos x="48" y="10"/>
              </a:cxn>
              <a:cxn ang="0">
                <a:pos x="58" y="28"/>
              </a:cxn>
              <a:cxn ang="0">
                <a:pos x="82" y="70"/>
              </a:cxn>
              <a:cxn ang="0">
                <a:pos x="110" y="124"/>
              </a:cxn>
              <a:cxn ang="0">
                <a:pos x="134" y="196"/>
              </a:cxn>
              <a:cxn ang="0">
                <a:pos x="144" y="284"/>
              </a:cxn>
              <a:cxn ang="0">
                <a:pos x="140" y="334"/>
              </a:cxn>
              <a:cxn ang="0">
                <a:pos x="138" y="354"/>
              </a:cxn>
              <a:cxn ang="0">
                <a:pos x="120" y="430"/>
              </a:cxn>
              <a:cxn ang="0">
                <a:pos x="108" y="462"/>
              </a:cxn>
              <a:cxn ang="0">
                <a:pos x="78" y="536"/>
              </a:cxn>
              <a:cxn ang="0">
                <a:pos x="24" y="634"/>
              </a:cxn>
              <a:cxn ang="0">
                <a:pos x="24" y="634"/>
              </a:cxn>
              <a:cxn ang="0">
                <a:pos x="20" y="602"/>
              </a:cxn>
              <a:cxn ang="0">
                <a:pos x="20" y="590"/>
              </a:cxn>
              <a:cxn ang="0">
                <a:pos x="22" y="570"/>
              </a:cxn>
              <a:cxn ang="0">
                <a:pos x="26" y="562"/>
              </a:cxn>
              <a:cxn ang="0">
                <a:pos x="16" y="562"/>
              </a:cxn>
              <a:cxn ang="0">
                <a:pos x="8" y="564"/>
              </a:cxn>
              <a:cxn ang="0">
                <a:pos x="0" y="576"/>
              </a:cxn>
              <a:cxn ang="0">
                <a:pos x="2" y="596"/>
              </a:cxn>
              <a:cxn ang="0">
                <a:pos x="2" y="612"/>
              </a:cxn>
              <a:cxn ang="0">
                <a:pos x="4" y="630"/>
              </a:cxn>
              <a:cxn ang="0">
                <a:pos x="8" y="642"/>
              </a:cxn>
              <a:cxn ang="0">
                <a:pos x="8" y="652"/>
              </a:cxn>
              <a:cxn ang="0">
                <a:pos x="16" y="662"/>
              </a:cxn>
              <a:cxn ang="0">
                <a:pos x="20" y="664"/>
              </a:cxn>
              <a:cxn ang="0">
                <a:pos x="26" y="668"/>
              </a:cxn>
              <a:cxn ang="0">
                <a:pos x="46" y="662"/>
              </a:cxn>
              <a:cxn ang="0">
                <a:pos x="72" y="646"/>
              </a:cxn>
              <a:cxn ang="0">
                <a:pos x="94" y="632"/>
              </a:cxn>
              <a:cxn ang="0">
                <a:pos x="118" y="616"/>
              </a:cxn>
              <a:cxn ang="0">
                <a:pos x="130" y="610"/>
              </a:cxn>
              <a:cxn ang="0">
                <a:pos x="138" y="604"/>
              </a:cxn>
              <a:cxn ang="0">
                <a:pos x="162" y="582"/>
              </a:cxn>
              <a:cxn ang="0">
                <a:pos x="160" y="578"/>
              </a:cxn>
            </a:cxnLst>
            <a:rect l="0" t="0" r="r" b="b"/>
            <a:pathLst>
              <a:path w="162" h="668">
                <a:moveTo>
                  <a:pt x="160" y="578"/>
                </a:moveTo>
                <a:lnTo>
                  <a:pt x="160" y="578"/>
                </a:lnTo>
                <a:lnTo>
                  <a:pt x="158" y="574"/>
                </a:lnTo>
                <a:lnTo>
                  <a:pt x="158" y="574"/>
                </a:lnTo>
                <a:lnTo>
                  <a:pt x="156" y="576"/>
                </a:lnTo>
                <a:lnTo>
                  <a:pt x="156" y="576"/>
                </a:lnTo>
                <a:lnTo>
                  <a:pt x="156" y="576"/>
                </a:lnTo>
                <a:lnTo>
                  <a:pt x="156" y="576"/>
                </a:lnTo>
                <a:lnTo>
                  <a:pt x="156" y="576"/>
                </a:lnTo>
                <a:lnTo>
                  <a:pt x="156" y="576"/>
                </a:lnTo>
                <a:lnTo>
                  <a:pt x="154" y="578"/>
                </a:lnTo>
                <a:lnTo>
                  <a:pt x="152" y="578"/>
                </a:lnTo>
                <a:lnTo>
                  <a:pt x="152" y="578"/>
                </a:lnTo>
                <a:lnTo>
                  <a:pt x="136" y="586"/>
                </a:lnTo>
                <a:lnTo>
                  <a:pt x="120" y="594"/>
                </a:lnTo>
                <a:lnTo>
                  <a:pt x="120" y="594"/>
                </a:lnTo>
                <a:lnTo>
                  <a:pt x="102" y="604"/>
                </a:lnTo>
                <a:lnTo>
                  <a:pt x="102" y="604"/>
                </a:lnTo>
                <a:lnTo>
                  <a:pt x="72" y="624"/>
                </a:lnTo>
                <a:lnTo>
                  <a:pt x="72" y="624"/>
                </a:lnTo>
                <a:lnTo>
                  <a:pt x="66" y="626"/>
                </a:lnTo>
                <a:lnTo>
                  <a:pt x="62" y="630"/>
                </a:lnTo>
                <a:lnTo>
                  <a:pt x="62" y="630"/>
                </a:lnTo>
                <a:lnTo>
                  <a:pt x="56" y="632"/>
                </a:lnTo>
                <a:lnTo>
                  <a:pt x="52" y="636"/>
                </a:lnTo>
                <a:lnTo>
                  <a:pt x="52" y="636"/>
                </a:lnTo>
                <a:lnTo>
                  <a:pt x="42" y="642"/>
                </a:lnTo>
                <a:lnTo>
                  <a:pt x="30" y="650"/>
                </a:lnTo>
                <a:lnTo>
                  <a:pt x="30" y="650"/>
                </a:lnTo>
                <a:lnTo>
                  <a:pt x="36" y="640"/>
                </a:lnTo>
                <a:lnTo>
                  <a:pt x="36" y="640"/>
                </a:lnTo>
                <a:lnTo>
                  <a:pt x="58" y="608"/>
                </a:lnTo>
                <a:lnTo>
                  <a:pt x="78" y="574"/>
                </a:lnTo>
                <a:lnTo>
                  <a:pt x="96" y="538"/>
                </a:lnTo>
                <a:lnTo>
                  <a:pt x="112" y="502"/>
                </a:lnTo>
                <a:lnTo>
                  <a:pt x="112" y="502"/>
                </a:lnTo>
                <a:lnTo>
                  <a:pt x="130" y="460"/>
                </a:lnTo>
                <a:lnTo>
                  <a:pt x="142" y="420"/>
                </a:lnTo>
                <a:lnTo>
                  <a:pt x="142" y="420"/>
                </a:lnTo>
                <a:lnTo>
                  <a:pt x="152" y="382"/>
                </a:lnTo>
                <a:lnTo>
                  <a:pt x="158" y="344"/>
                </a:lnTo>
                <a:lnTo>
                  <a:pt x="162" y="304"/>
                </a:lnTo>
                <a:lnTo>
                  <a:pt x="162" y="266"/>
                </a:lnTo>
                <a:lnTo>
                  <a:pt x="162" y="266"/>
                </a:lnTo>
                <a:lnTo>
                  <a:pt x="160" y="242"/>
                </a:lnTo>
                <a:lnTo>
                  <a:pt x="156" y="216"/>
                </a:lnTo>
                <a:lnTo>
                  <a:pt x="156" y="216"/>
                </a:lnTo>
                <a:lnTo>
                  <a:pt x="156" y="204"/>
                </a:lnTo>
                <a:lnTo>
                  <a:pt x="154" y="190"/>
                </a:lnTo>
                <a:lnTo>
                  <a:pt x="154" y="190"/>
                </a:lnTo>
                <a:lnTo>
                  <a:pt x="150" y="178"/>
                </a:lnTo>
                <a:lnTo>
                  <a:pt x="150" y="178"/>
                </a:lnTo>
                <a:lnTo>
                  <a:pt x="146" y="164"/>
                </a:lnTo>
                <a:lnTo>
                  <a:pt x="146" y="164"/>
                </a:lnTo>
                <a:lnTo>
                  <a:pt x="134" y="128"/>
                </a:lnTo>
                <a:lnTo>
                  <a:pt x="118" y="90"/>
                </a:lnTo>
                <a:lnTo>
                  <a:pt x="118" y="90"/>
                </a:lnTo>
                <a:lnTo>
                  <a:pt x="96" y="54"/>
                </a:lnTo>
                <a:lnTo>
                  <a:pt x="74" y="22"/>
                </a:lnTo>
                <a:lnTo>
                  <a:pt x="74" y="22"/>
                </a:lnTo>
                <a:lnTo>
                  <a:pt x="68" y="12"/>
                </a:lnTo>
                <a:lnTo>
                  <a:pt x="60" y="4"/>
                </a:lnTo>
                <a:lnTo>
                  <a:pt x="60" y="4"/>
                </a:lnTo>
                <a:lnTo>
                  <a:pt x="54" y="0"/>
                </a:lnTo>
                <a:lnTo>
                  <a:pt x="52" y="2"/>
                </a:lnTo>
                <a:lnTo>
                  <a:pt x="48" y="6"/>
                </a:lnTo>
                <a:lnTo>
                  <a:pt x="48" y="6"/>
                </a:lnTo>
                <a:lnTo>
                  <a:pt x="48" y="10"/>
                </a:lnTo>
                <a:lnTo>
                  <a:pt x="50" y="14"/>
                </a:lnTo>
                <a:lnTo>
                  <a:pt x="50" y="14"/>
                </a:lnTo>
                <a:lnTo>
                  <a:pt x="54" y="22"/>
                </a:lnTo>
                <a:lnTo>
                  <a:pt x="58" y="28"/>
                </a:lnTo>
                <a:lnTo>
                  <a:pt x="58" y="28"/>
                </a:lnTo>
                <a:lnTo>
                  <a:pt x="66" y="42"/>
                </a:lnTo>
                <a:lnTo>
                  <a:pt x="66" y="42"/>
                </a:lnTo>
                <a:lnTo>
                  <a:pt x="82" y="70"/>
                </a:lnTo>
                <a:lnTo>
                  <a:pt x="100" y="98"/>
                </a:lnTo>
                <a:lnTo>
                  <a:pt x="100" y="98"/>
                </a:lnTo>
                <a:lnTo>
                  <a:pt x="106" y="110"/>
                </a:lnTo>
                <a:lnTo>
                  <a:pt x="110" y="124"/>
                </a:lnTo>
                <a:lnTo>
                  <a:pt x="110" y="124"/>
                </a:lnTo>
                <a:lnTo>
                  <a:pt x="120" y="148"/>
                </a:lnTo>
                <a:lnTo>
                  <a:pt x="128" y="172"/>
                </a:lnTo>
                <a:lnTo>
                  <a:pt x="134" y="196"/>
                </a:lnTo>
                <a:lnTo>
                  <a:pt x="138" y="220"/>
                </a:lnTo>
                <a:lnTo>
                  <a:pt x="138" y="220"/>
                </a:lnTo>
                <a:lnTo>
                  <a:pt x="142" y="260"/>
                </a:lnTo>
                <a:lnTo>
                  <a:pt x="144" y="284"/>
                </a:lnTo>
                <a:lnTo>
                  <a:pt x="142" y="306"/>
                </a:lnTo>
                <a:lnTo>
                  <a:pt x="142" y="306"/>
                </a:lnTo>
                <a:lnTo>
                  <a:pt x="140" y="326"/>
                </a:lnTo>
                <a:lnTo>
                  <a:pt x="140" y="334"/>
                </a:lnTo>
                <a:lnTo>
                  <a:pt x="140" y="334"/>
                </a:lnTo>
                <a:lnTo>
                  <a:pt x="140" y="340"/>
                </a:lnTo>
                <a:lnTo>
                  <a:pt x="138" y="354"/>
                </a:lnTo>
                <a:lnTo>
                  <a:pt x="138" y="354"/>
                </a:lnTo>
                <a:lnTo>
                  <a:pt x="132" y="380"/>
                </a:lnTo>
                <a:lnTo>
                  <a:pt x="132" y="380"/>
                </a:lnTo>
                <a:lnTo>
                  <a:pt x="120" y="430"/>
                </a:lnTo>
                <a:lnTo>
                  <a:pt x="120" y="430"/>
                </a:lnTo>
                <a:lnTo>
                  <a:pt x="114" y="446"/>
                </a:lnTo>
                <a:lnTo>
                  <a:pt x="114" y="446"/>
                </a:lnTo>
                <a:lnTo>
                  <a:pt x="108" y="462"/>
                </a:lnTo>
                <a:lnTo>
                  <a:pt x="108" y="462"/>
                </a:lnTo>
                <a:lnTo>
                  <a:pt x="96" y="494"/>
                </a:lnTo>
                <a:lnTo>
                  <a:pt x="84" y="522"/>
                </a:lnTo>
                <a:lnTo>
                  <a:pt x="84" y="522"/>
                </a:lnTo>
                <a:lnTo>
                  <a:pt x="78" y="536"/>
                </a:lnTo>
                <a:lnTo>
                  <a:pt x="78" y="536"/>
                </a:lnTo>
                <a:lnTo>
                  <a:pt x="52" y="586"/>
                </a:lnTo>
                <a:lnTo>
                  <a:pt x="24" y="634"/>
                </a:lnTo>
                <a:lnTo>
                  <a:pt x="24" y="634"/>
                </a:lnTo>
                <a:lnTo>
                  <a:pt x="24" y="636"/>
                </a:lnTo>
                <a:lnTo>
                  <a:pt x="24" y="636"/>
                </a:lnTo>
                <a:lnTo>
                  <a:pt x="24" y="634"/>
                </a:lnTo>
                <a:lnTo>
                  <a:pt x="24" y="634"/>
                </a:lnTo>
                <a:lnTo>
                  <a:pt x="24" y="622"/>
                </a:lnTo>
                <a:lnTo>
                  <a:pt x="24" y="622"/>
                </a:lnTo>
                <a:lnTo>
                  <a:pt x="20" y="602"/>
                </a:lnTo>
                <a:lnTo>
                  <a:pt x="20" y="602"/>
                </a:lnTo>
                <a:lnTo>
                  <a:pt x="20" y="598"/>
                </a:lnTo>
                <a:lnTo>
                  <a:pt x="20" y="594"/>
                </a:lnTo>
                <a:lnTo>
                  <a:pt x="20" y="594"/>
                </a:lnTo>
                <a:lnTo>
                  <a:pt x="20" y="590"/>
                </a:lnTo>
                <a:lnTo>
                  <a:pt x="20" y="588"/>
                </a:lnTo>
                <a:lnTo>
                  <a:pt x="20" y="588"/>
                </a:lnTo>
                <a:lnTo>
                  <a:pt x="20" y="576"/>
                </a:lnTo>
                <a:lnTo>
                  <a:pt x="22" y="570"/>
                </a:lnTo>
                <a:lnTo>
                  <a:pt x="24" y="566"/>
                </a:lnTo>
                <a:lnTo>
                  <a:pt x="24" y="566"/>
                </a:lnTo>
                <a:lnTo>
                  <a:pt x="26" y="564"/>
                </a:lnTo>
                <a:lnTo>
                  <a:pt x="26" y="562"/>
                </a:lnTo>
                <a:lnTo>
                  <a:pt x="26" y="562"/>
                </a:lnTo>
                <a:lnTo>
                  <a:pt x="22" y="562"/>
                </a:lnTo>
                <a:lnTo>
                  <a:pt x="16" y="562"/>
                </a:lnTo>
                <a:lnTo>
                  <a:pt x="16" y="562"/>
                </a:lnTo>
                <a:lnTo>
                  <a:pt x="12" y="562"/>
                </a:lnTo>
                <a:lnTo>
                  <a:pt x="12" y="562"/>
                </a:lnTo>
                <a:lnTo>
                  <a:pt x="8" y="564"/>
                </a:lnTo>
                <a:lnTo>
                  <a:pt x="8" y="564"/>
                </a:lnTo>
                <a:lnTo>
                  <a:pt x="4" y="566"/>
                </a:lnTo>
                <a:lnTo>
                  <a:pt x="4" y="566"/>
                </a:lnTo>
                <a:lnTo>
                  <a:pt x="2" y="572"/>
                </a:lnTo>
                <a:lnTo>
                  <a:pt x="0" y="576"/>
                </a:lnTo>
                <a:lnTo>
                  <a:pt x="0" y="576"/>
                </a:lnTo>
                <a:lnTo>
                  <a:pt x="0" y="580"/>
                </a:lnTo>
                <a:lnTo>
                  <a:pt x="0" y="580"/>
                </a:lnTo>
                <a:lnTo>
                  <a:pt x="2" y="596"/>
                </a:lnTo>
                <a:lnTo>
                  <a:pt x="2" y="596"/>
                </a:lnTo>
                <a:lnTo>
                  <a:pt x="2" y="608"/>
                </a:lnTo>
                <a:lnTo>
                  <a:pt x="2" y="608"/>
                </a:lnTo>
                <a:lnTo>
                  <a:pt x="2" y="612"/>
                </a:lnTo>
                <a:lnTo>
                  <a:pt x="2" y="612"/>
                </a:lnTo>
                <a:lnTo>
                  <a:pt x="4" y="628"/>
                </a:lnTo>
                <a:lnTo>
                  <a:pt x="4" y="630"/>
                </a:lnTo>
                <a:lnTo>
                  <a:pt x="4" y="630"/>
                </a:lnTo>
                <a:lnTo>
                  <a:pt x="6" y="632"/>
                </a:lnTo>
                <a:lnTo>
                  <a:pt x="6" y="632"/>
                </a:lnTo>
                <a:lnTo>
                  <a:pt x="6" y="638"/>
                </a:lnTo>
                <a:lnTo>
                  <a:pt x="8" y="642"/>
                </a:lnTo>
                <a:lnTo>
                  <a:pt x="8" y="642"/>
                </a:lnTo>
                <a:lnTo>
                  <a:pt x="6" y="644"/>
                </a:lnTo>
                <a:lnTo>
                  <a:pt x="6" y="644"/>
                </a:lnTo>
                <a:lnTo>
                  <a:pt x="8" y="652"/>
                </a:lnTo>
                <a:lnTo>
                  <a:pt x="12" y="660"/>
                </a:lnTo>
                <a:lnTo>
                  <a:pt x="12" y="660"/>
                </a:lnTo>
                <a:lnTo>
                  <a:pt x="16" y="662"/>
                </a:lnTo>
                <a:lnTo>
                  <a:pt x="16" y="662"/>
                </a:lnTo>
                <a:lnTo>
                  <a:pt x="16" y="664"/>
                </a:lnTo>
                <a:lnTo>
                  <a:pt x="16" y="664"/>
                </a:lnTo>
                <a:lnTo>
                  <a:pt x="20" y="664"/>
                </a:lnTo>
                <a:lnTo>
                  <a:pt x="20" y="664"/>
                </a:lnTo>
                <a:lnTo>
                  <a:pt x="22" y="666"/>
                </a:lnTo>
                <a:lnTo>
                  <a:pt x="22" y="666"/>
                </a:lnTo>
                <a:lnTo>
                  <a:pt x="26" y="668"/>
                </a:lnTo>
                <a:lnTo>
                  <a:pt x="26" y="668"/>
                </a:lnTo>
                <a:lnTo>
                  <a:pt x="30" y="668"/>
                </a:lnTo>
                <a:lnTo>
                  <a:pt x="30" y="668"/>
                </a:lnTo>
                <a:lnTo>
                  <a:pt x="40" y="666"/>
                </a:lnTo>
                <a:lnTo>
                  <a:pt x="46" y="662"/>
                </a:lnTo>
                <a:lnTo>
                  <a:pt x="46" y="662"/>
                </a:lnTo>
                <a:lnTo>
                  <a:pt x="52" y="660"/>
                </a:lnTo>
                <a:lnTo>
                  <a:pt x="52" y="660"/>
                </a:lnTo>
                <a:lnTo>
                  <a:pt x="72" y="646"/>
                </a:lnTo>
                <a:lnTo>
                  <a:pt x="72" y="646"/>
                </a:lnTo>
                <a:lnTo>
                  <a:pt x="90" y="634"/>
                </a:lnTo>
                <a:lnTo>
                  <a:pt x="90" y="634"/>
                </a:lnTo>
                <a:lnTo>
                  <a:pt x="94" y="632"/>
                </a:lnTo>
                <a:lnTo>
                  <a:pt x="94" y="632"/>
                </a:lnTo>
                <a:lnTo>
                  <a:pt x="116" y="618"/>
                </a:lnTo>
                <a:lnTo>
                  <a:pt x="116" y="618"/>
                </a:lnTo>
                <a:lnTo>
                  <a:pt x="118" y="616"/>
                </a:lnTo>
                <a:lnTo>
                  <a:pt x="118" y="616"/>
                </a:lnTo>
                <a:lnTo>
                  <a:pt x="122" y="614"/>
                </a:lnTo>
                <a:lnTo>
                  <a:pt x="122" y="614"/>
                </a:lnTo>
                <a:lnTo>
                  <a:pt x="130" y="610"/>
                </a:lnTo>
                <a:lnTo>
                  <a:pt x="136" y="606"/>
                </a:lnTo>
                <a:lnTo>
                  <a:pt x="136" y="606"/>
                </a:lnTo>
                <a:lnTo>
                  <a:pt x="138" y="604"/>
                </a:lnTo>
                <a:lnTo>
                  <a:pt x="138" y="604"/>
                </a:lnTo>
                <a:lnTo>
                  <a:pt x="150" y="596"/>
                </a:lnTo>
                <a:lnTo>
                  <a:pt x="160" y="588"/>
                </a:lnTo>
                <a:lnTo>
                  <a:pt x="160" y="588"/>
                </a:lnTo>
                <a:lnTo>
                  <a:pt x="162" y="582"/>
                </a:lnTo>
                <a:lnTo>
                  <a:pt x="162" y="582"/>
                </a:lnTo>
                <a:lnTo>
                  <a:pt x="162" y="580"/>
                </a:lnTo>
                <a:lnTo>
                  <a:pt x="160" y="578"/>
                </a:lnTo>
                <a:lnTo>
                  <a:pt x="160" y="578"/>
                </a:lnTo>
                <a:close/>
              </a:path>
            </a:pathLst>
          </a:custGeom>
          <a:solidFill>
            <a:schemeClr val="accent3">
              <a:lumMod val="60000"/>
              <a:lumOff val="40000"/>
            </a:schemeClr>
          </a:solidFill>
          <a:ln w="9525" cap="flat" cmpd="sng" algn="ctr">
            <a:solidFill>
              <a:schemeClr val="accent3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121728" tIns="60864" rIns="121728" bIns="60864" numCol="1" anchor="t" anchorCtr="0" compatLnSpc="1">
            <a:prstTxWarp prst="textNoShape">
              <a:avLst/>
            </a:prstTxWarp>
          </a:bodyPr>
          <a:lstStyle/>
          <a:p>
            <a:endParaRPr lang="en-US" sz="2396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70884CF-2F68-F1F2-52AB-CCE0561D0E25}"/>
              </a:ext>
            </a:extLst>
          </p:cNvPr>
          <p:cNvSpPr txBox="1"/>
          <p:nvPr/>
        </p:nvSpPr>
        <p:spPr>
          <a:xfrm>
            <a:off x="888796" y="4539324"/>
            <a:ext cx="228780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highlight>
                  <a:srgbClr val="47D45A"/>
                </a:highlight>
                <a:latin typeface="Apple SD Gothic Neo" panose="02000300000000000000" pitchFamily="2" charset="-127"/>
                <a:ea typeface="Apple SD Gothic Neo" panose="02000300000000000000" pitchFamily="2" charset="-127"/>
              </a:rPr>
              <a:t>Irrelevant selfie is </a:t>
            </a:r>
            <a:br>
              <a:rPr lang="en-US" sz="2000" b="1" dirty="0">
                <a:highlight>
                  <a:srgbClr val="47D45A"/>
                </a:highlight>
                <a:latin typeface="Apple SD Gothic Neo" panose="02000300000000000000" pitchFamily="2" charset="-127"/>
                <a:ea typeface="Apple SD Gothic Neo" panose="02000300000000000000" pitchFamily="2" charset="-127"/>
              </a:rPr>
            </a:br>
            <a:r>
              <a:rPr lang="en-US" sz="2000" b="1" dirty="0">
                <a:highlight>
                  <a:srgbClr val="47D45A"/>
                </a:highlight>
                <a:latin typeface="Apple SD Gothic Neo" panose="02000300000000000000" pitchFamily="2" charset="-127"/>
                <a:ea typeface="Apple SD Gothic Neo" panose="02000300000000000000" pitchFamily="2" charset="-127"/>
              </a:rPr>
              <a:t>replaced with pig</a:t>
            </a:r>
          </a:p>
        </p:txBody>
      </p:sp>
      <p:sp>
        <p:nvSpPr>
          <p:cNvPr id="10" name="Freeform 72">
            <a:extLst>
              <a:ext uri="{FF2B5EF4-FFF2-40B4-BE49-F238E27FC236}">
                <a16:creationId xmlns:a16="http://schemas.microsoft.com/office/drawing/2014/main" id="{074F114F-F13B-2DBF-6DEA-6D95F50789A5}"/>
              </a:ext>
            </a:extLst>
          </p:cNvPr>
          <p:cNvSpPr>
            <a:spLocks/>
          </p:cNvSpPr>
          <p:nvPr/>
        </p:nvSpPr>
        <p:spPr bwMode="auto">
          <a:xfrm rot="6939007" flipH="1">
            <a:off x="9288025" y="2562465"/>
            <a:ext cx="572024" cy="2048154"/>
          </a:xfrm>
          <a:custGeom>
            <a:avLst/>
            <a:gdLst/>
            <a:ahLst/>
            <a:cxnLst>
              <a:cxn ang="0">
                <a:pos x="158" y="574"/>
              </a:cxn>
              <a:cxn ang="0">
                <a:pos x="156" y="576"/>
              </a:cxn>
              <a:cxn ang="0">
                <a:pos x="152" y="578"/>
              </a:cxn>
              <a:cxn ang="0">
                <a:pos x="120" y="594"/>
              </a:cxn>
              <a:cxn ang="0">
                <a:pos x="72" y="624"/>
              </a:cxn>
              <a:cxn ang="0">
                <a:pos x="56" y="632"/>
              </a:cxn>
              <a:cxn ang="0">
                <a:pos x="30" y="650"/>
              </a:cxn>
              <a:cxn ang="0">
                <a:pos x="58" y="608"/>
              </a:cxn>
              <a:cxn ang="0">
                <a:pos x="112" y="502"/>
              </a:cxn>
              <a:cxn ang="0">
                <a:pos x="152" y="382"/>
              </a:cxn>
              <a:cxn ang="0">
                <a:pos x="162" y="266"/>
              </a:cxn>
              <a:cxn ang="0">
                <a:pos x="156" y="204"/>
              </a:cxn>
              <a:cxn ang="0">
                <a:pos x="150" y="178"/>
              </a:cxn>
              <a:cxn ang="0">
                <a:pos x="118" y="90"/>
              </a:cxn>
              <a:cxn ang="0">
                <a:pos x="74" y="22"/>
              </a:cxn>
              <a:cxn ang="0">
                <a:pos x="54" y="0"/>
              </a:cxn>
              <a:cxn ang="0">
                <a:pos x="48" y="10"/>
              </a:cxn>
              <a:cxn ang="0">
                <a:pos x="58" y="28"/>
              </a:cxn>
              <a:cxn ang="0">
                <a:pos x="82" y="70"/>
              </a:cxn>
              <a:cxn ang="0">
                <a:pos x="110" y="124"/>
              </a:cxn>
              <a:cxn ang="0">
                <a:pos x="134" y="196"/>
              </a:cxn>
              <a:cxn ang="0">
                <a:pos x="144" y="284"/>
              </a:cxn>
              <a:cxn ang="0">
                <a:pos x="140" y="334"/>
              </a:cxn>
              <a:cxn ang="0">
                <a:pos x="138" y="354"/>
              </a:cxn>
              <a:cxn ang="0">
                <a:pos x="120" y="430"/>
              </a:cxn>
              <a:cxn ang="0">
                <a:pos x="108" y="462"/>
              </a:cxn>
              <a:cxn ang="0">
                <a:pos x="78" y="536"/>
              </a:cxn>
              <a:cxn ang="0">
                <a:pos x="24" y="634"/>
              </a:cxn>
              <a:cxn ang="0">
                <a:pos x="24" y="634"/>
              </a:cxn>
              <a:cxn ang="0">
                <a:pos x="20" y="602"/>
              </a:cxn>
              <a:cxn ang="0">
                <a:pos x="20" y="590"/>
              </a:cxn>
              <a:cxn ang="0">
                <a:pos x="22" y="570"/>
              </a:cxn>
              <a:cxn ang="0">
                <a:pos x="26" y="562"/>
              </a:cxn>
              <a:cxn ang="0">
                <a:pos x="16" y="562"/>
              </a:cxn>
              <a:cxn ang="0">
                <a:pos x="8" y="564"/>
              </a:cxn>
              <a:cxn ang="0">
                <a:pos x="0" y="576"/>
              </a:cxn>
              <a:cxn ang="0">
                <a:pos x="2" y="596"/>
              </a:cxn>
              <a:cxn ang="0">
                <a:pos x="2" y="612"/>
              </a:cxn>
              <a:cxn ang="0">
                <a:pos x="4" y="630"/>
              </a:cxn>
              <a:cxn ang="0">
                <a:pos x="8" y="642"/>
              </a:cxn>
              <a:cxn ang="0">
                <a:pos x="8" y="652"/>
              </a:cxn>
              <a:cxn ang="0">
                <a:pos x="16" y="662"/>
              </a:cxn>
              <a:cxn ang="0">
                <a:pos x="20" y="664"/>
              </a:cxn>
              <a:cxn ang="0">
                <a:pos x="26" y="668"/>
              </a:cxn>
              <a:cxn ang="0">
                <a:pos x="46" y="662"/>
              </a:cxn>
              <a:cxn ang="0">
                <a:pos x="72" y="646"/>
              </a:cxn>
              <a:cxn ang="0">
                <a:pos x="94" y="632"/>
              </a:cxn>
              <a:cxn ang="0">
                <a:pos x="118" y="616"/>
              </a:cxn>
              <a:cxn ang="0">
                <a:pos x="130" y="610"/>
              </a:cxn>
              <a:cxn ang="0">
                <a:pos x="138" y="604"/>
              </a:cxn>
              <a:cxn ang="0">
                <a:pos x="162" y="582"/>
              </a:cxn>
              <a:cxn ang="0">
                <a:pos x="160" y="578"/>
              </a:cxn>
            </a:cxnLst>
            <a:rect l="0" t="0" r="r" b="b"/>
            <a:pathLst>
              <a:path w="162" h="668">
                <a:moveTo>
                  <a:pt x="160" y="578"/>
                </a:moveTo>
                <a:lnTo>
                  <a:pt x="160" y="578"/>
                </a:lnTo>
                <a:lnTo>
                  <a:pt x="158" y="574"/>
                </a:lnTo>
                <a:lnTo>
                  <a:pt x="158" y="574"/>
                </a:lnTo>
                <a:lnTo>
                  <a:pt x="156" y="576"/>
                </a:lnTo>
                <a:lnTo>
                  <a:pt x="156" y="576"/>
                </a:lnTo>
                <a:lnTo>
                  <a:pt x="156" y="576"/>
                </a:lnTo>
                <a:lnTo>
                  <a:pt x="156" y="576"/>
                </a:lnTo>
                <a:lnTo>
                  <a:pt x="156" y="576"/>
                </a:lnTo>
                <a:lnTo>
                  <a:pt x="156" y="576"/>
                </a:lnTo>
                <a:lnTo>
                  <a:pt x="154" y="578"/>
                </a:lnTo>
                <a:lnTo>
                  <a:pt x="152" y="578"/>
                </a:lnTo>
                <a:lnTo>
                  <a:pt x="152" y="578"/>
                </a:lnTo>
                <a:lnTo>
                  <a:pt x="136" y="586"/>
                </a:lnTo>
                <a:lnTo>
                  <a:pt x="120" y="594"/>
                </a:lnTo>
                <a:lnTo>
                  <a:pt x="120" y="594"/>
                </a:lnTo>
                <a:lnTo>
                  <a:pt x="102" y="604"/>
                </a:lnTo>
                <a:lnTo>
                  <a:pt x="102" y="604"/>
                </a:lnTo>
                <a:lnTo>
                  <a:pt x="72" y="624"/>
                </a:lnTo>
                <a:lnTo>
                  <a:pt x="72" y="624"/>
                </a:lnTo>
                <a:lnTo>
                  <a:pt x="66" y="626"/>
                </a:lnTo>
                <a:lnTo>
                  <a:pt x="62" y="630"/>
                </a:lnTo>
                <a:lnTo>
                  <a:pt x="62" y="630"/>
                </a:lnTo>
                <a:lnTo>
                  <a:pt x="56" y="632"/>
                </a:lnTo>
                <a:lnTo>
                  <a:pt x="52" y="636"/>
                </a:lnTo>
                <a:lnTo>
                  <a:pt x="52" y="636"/>
                </a:lnTo>
                <a:lnTo>
                  <a:pt x="42" y="642"/>
                </a:lnTo>
                <a:lnTo>
                  <a:pt x="30" y="650"/>
                </a:lnTo>
                <a:lnTo>
                  <a:pt x="30" y="650"/>
                </a:lnTo>
                <a:lnTo>
                  <a:pt x="36" y="640"/>
                </a:lnTo>
                <a:lnTo>
                  <a:pt x="36" y="640"/>
                </a:lnTo>
                <a:lnTo>
                  <a:pt x="58" y="608"/>
                </a:lnTo>
                <a:lnTo>
                  <a:pt x="78" y="574"/>
                </a:lnTo>
                <a:lnTo>
                  <a:pt x="96" y="538"/>
                </a:lnTo>
                <a:lnTo>
                  <a:pt x="112" y="502"/>
                </a:lnTo>
                <a:lnTo>
                  <a:pt x="112" y="502"/>
                </a:lnTo>
                <a:lnTo>
                  <a:pt x="130" y="460"/>
                </a:lnTo>
                <a:lnTo>
                  <a:pt x="142" y="420"/>
                </a:lnTo>
                <a:lnTo>
                  <a:pt x="142" y="420"/>
                </a:lnTo>
                <a:lnTo>
                  <a:pt x="152" y="382"/>
                </a:lnTo>
                <a:lnTo>
                  <a:pt x="158" y="344"/>
                </a:lnTo>
                <a:lnTo>
                  <a:pt x="162" y="304"/>
                </a:lnTo>
                <a:lnTo>
                  <a:pt x="162" y="266"/>
                </a:lnTo>
                <a:lnTo>
                  <a:pt x="162" y="266"/>
                </a:lnTo>
                <a:lnTo>
                  <a:pt x="160" y="242"/>
                </a:lnTo>
                <a:lnTo>
                  <a:pt x="156" y="216"/>
                </a:lnTo>
                <a:lnTo>
                  <a:pt x="156" y="216"/>
                </a:lnTo>
                <a:lnTo>
                  <a:pt x="156" y="204"/>
                </a:lnTo>
                <a:lnTo>
                  <a:pt x="154" y="190"/>
                </a:lnTo>
                <a:lnTo>
                  <a:pt x="154" y="190"/>
                </a:lnTo>
                <a:lnTo>
                  <a:pt x="150" y="178"/>
                </a:lnTo>
                <a:lnTo>
                  <a:pt x="150" y="178"/>
                </a:lnTo>
                <a:lnTo>
                  <a:pt x="146" y="164"/>
                </a:lnTo>
                <a:lnTo>
                  <a:pt x="146" y="164"/>
                </a:lnTo>
                <a:lnTo>
                  <a:pt x="134" y="128"/>
                </a:lnTo>
                <a:lnTo>
                  <a:pt x="118" y="90"/>
                </a:lnTo>
                <a:lnTo>
                  <a:pt x="118" y="90"/>
                </a:lnTo>
                <a:lnTo>
                  <a:pt x="96" y="54"/>
                </a:lnTo>
                <a:lnTo>
                  <a:pt x="74" y="22"/>
                </a:lnTo>
                <a:lnTo>
                  <a:pt x="74" y="22"/>
                </a:lnTo>
                <a:lnTo>
                  <a:pt x="68" y="12"/>
                </a:lnTo>
                <a:lnTo>
                  <a:pt x="60" y="4"/>
                </a:lnTo>
                <a:lnTo>
                  <a:pt x="60" y="4"/>
                </a:lnTo>
                <a:lnTo>
                  <a:pt x="54" y="0"/>
                </a:lnTo>
                <a:lnTo>
                  <a:pt x="52" y="2"/>
                </a:lnTo>
                <a:lnTo>
                  <a:pt x="48" y="6"/>
                </a:lnTo>
                <a:lnTo>
                  <a:pt x="48" y="6"/>
                </a:lnTo>
                <a:lnTo>
                  <a:pt x="48" y="10"/>
                </a:lnTo>
                <a:lnTo>
                  <a:pt x="50" y="14"/>
                </a:lnTo>
                <a:lnTo>
                  <a:pt x="50" y="14"/>
                </a:lnTo>
                <a:lnTo>
                  <a:pt x="54" y="22"/>
                </a:lnTo>
                <a:lnTo>
                  <a:pt x="58" y="28"/>
                </a:lnTo>
                <a:lnTo>
                  <a:pt x="58" y="28"/>
                </a:lnTo>
                <a:lnTo>
                  <a:pt x="66" y="42"/>
                </a:lnTo>
                <a:lnTo>
                  <a:pt x="66" y="42"/>
                </a:lnTo>
                <a:lnTo>
                  <a:pt x="82" y="70"/>
                </a:lnTo>
                <a:lnTo>
                  <a:pt x="100" y="98"/>
                </a:lnTo>
                <a:lnTo>
                  <a:pt x="100" y="98"/>
                </a:lnTo>
                <a:lnTo>
                  <a:pt x="106" y="110"/>
                </a:lnTo>
                <a:lnTo>
                  <a:pt x="110" y="124"/>
                </a:lnTo>
                <a:lnTo>
                  <a:pt x="110" y="124"/>
                </a:lnTo>
                <a:lnTo>
                  <a:pt x="120" y="148"/>
                </a:lnTo>
                <a:lnTo>
                  <a:pt x="128" y="172"/>
                </a:lnTo>
                <a:lnTo>
                  <a:pt x="134" y="196"/>
                </a:lnTo>
                <a:lnTo>
                  <a:pt x="138" y="220"/>
                </a:lnTo>
                <a:lnTo>
                  <a:pt x="138" y="220"/>
                </a:lnTo>
                <a:lnTo>
                  <a:pt x="142" y="260"/>
                </a:lnTo>
                <a:lnTo>
                  <a:pt x="144" y="284"/>
                </a:lnTo>
                <a:lnTo>
                  <a:pt x="142" y="306"/>
                </a:lnTo>
                <a:lnTo>
                  <a:pt x="142" y="306"/>
                </a:lnTo>
                <a:lnTo>
                  <a:pt x="140" y="326"/>
                </a:lnTo>
                <a:lnTo>
                  <a:pt x="140" y="334"/>
                </a:lnTo>
                <a:lnTo>
                  <a:pt x="140" y="334"/>
                </a:lnTo>
                <a:lnTo>
                  <a:pt x="140" y="340"/>
                </a:lnTo>
                <a:lnTo>
                  <a:pt x="138" y="354"/>
                </a:lnTo>
                <a:lnTo>
                  <a:pt x="138" y="354"/>
                </a:lnTo>
                <a:lnTo>
                  <a:pt x="132" y="380"/>
                </a:lnTo>
                <a:lnTo>
                  <a:pt x="132" y="380"/>
                </a:lnTo>
                <a:lnTo>
                  <a:pt x="120" y="430"/>
                </a:lnTo>
                <a:lnTo>
                  <a:pt x="120" y="430"/>
                </a:lnTo>
                <a:lnTo>
                  <a:pt x="114" y="446"/>
                </a:lnTo>
                <a:lnTo>
                  <a:pt x="114" y="446"/>
                </a:lnTo>
                <a:lnTo>
                  <a:pt x="108" y="462"/>
                </a:lnTo>
                <a:lnTo>
                  <a:pt x="108" y="462"/>
                </a:lnTo>
                <a:lnTo>
                  <a:pt x="96" y="494"/>
                </a:lnTo>
                <a:lnTo>
                  <a:pt x="84" y="522"/>
                </a:lnTo>
                <a:lnTo>
                  <a:pt x="84" y="522"/>
                </a:lnTo>
                <a:lnTo>
                  <a:pt x="78" y="536"/>
                </a:lnTo>
                <a:lnTo>
                  <a:pt x="78" y="536"/>
                </a:lnTo>
                <a:lnTo>
                  <a:pt x="52" y="586"/>
                </a:lnTo>
                <a:lnTo>
                  <a:pt x="24" y="634"/>
                </a:lnTo>
                <a:lnTo>
                  <a:pt x="24" y="634"/>
                </a:lnTo>
                <a:lnTo>
                  <a:pt x="24" y="636"/>
                </a:lnTo>
                <a:lnTo>
                  <a:pt x="24" y="636"/>
                </a:lnTo>
                <a:lnTo>
                  <a:pt x="24" y="634"/>
                </a:lnTo>
                <a:lnTo>
                  <a:pt x="24" y="634"/>
                </a:lnTo>
                <a:lnTo>
                  <a:pt x="24" y="622"/>
                </a:lnTo>
                <a:lnTo>
                  <a:pt x="24" y="622"/>
                </a:lnTo>
                <a:lnTo>
                  <a:pt x="20" y="602"/>
                </a:lnTo>
                <a:lnTo>
                  <a:pt x="20" y="602"/>
                </a:lnTo>
                <a:lnTo>
                  <a:pt x="20" y="598"/>
                </a:lnTo>
                <a:lnTo>
                  <a:pt x="20" y="594"/>
                </a:lnTo>
                <a:lnTo>
                  <a:pt x="20" y="594"/>
                </a:lnTo>
                <a:lnTo>
                  <a:pt x="20" y="590"/>
                </a:lnTo>
                <a:lnTo>
                  <a:pt x="20" y="588"/>
                </a:lnTo>
                <a:lnTo>
                  <a:pt x="20" y="588"/>
                </a:lnTo>
                <a:lnTo>
                  <a:pt x="20" y="576"/>
                </a:lnTo>
                <a:lnTo>
                  <a:pt x="22" y="570"/>
                </a:lnTo>
                <a:lnTo>
                  <a:pt x="24" y="566"/>
                </a:lnTo>
                <a:lnTo>
                  <a:pt x="24" y="566"/>
                </a:lnTo>
                <a:lnTo>
                  <a:pt x="26" y="564"/>
                </a:lnTo>
                <a:lnTo>
                  <a:pt x="26" y="562"/>
                </a:lnTo>
                <a:lnTo>
                  <a:pt x="26" y="562"/>
                </a:lnTo>
                <a:lnTo>
                  <a:pt x="22" y="562"/>
                </a:lnTo>
                <a:lnTo>
                  <a:pt x="16" y="562"/>
                </a:lnTo>
                <a:lnTo>
                  <a:pt x="16" y="562"/>
                </a:lnTo>
                <a:lnTo>
                  <a:pt x="12" y="562"/>
                </a:lnTo>
                <a:lnTo>
                  <a:pt x="12" y="562"/>
                </a:lnTo>
                <a:lnTo>
                  <a:pt x="8" y="564"/>
                </a:lnTo>
                <a:lnTo>
                  <a:pt x="8" y="564"/>
                </a:lnTo>
                <a:lnTo>
                  <a:pt x="4" y="566"/>
                </a:lnTo>
                <a:lnTo>
                  <a:pt x="4" y="566"/>
                </a:lnTo>
                <a:lnTo>
                  <a:pt x="2" y="572"/>
                </a:lnTo>
                <a:lnTo>
                  <a:pt x="0" y="576"/>
                </a:lnTo>
                <a:lnTo>
                  <a:pt x="0" y="576"/>
                </a:lnTo>
                <a:lnTo>
                  <a:pt x="0" y="580"/>
                </a:lnTo>
                <a:lnTo>
                  <a:pt x="0" y="580"/>
                </a:lnTo>
                <a:lnTo>
                  <a:pt x="2" y="596"/>
                </a:lnTo>
                <a:lnTo>
                  <a:pt x="2" y="596"/>
                </a:lnTo>
                <a:lnTo>
                  <a:pt x="2" y="608"/>
                </a:lnTo>
                <a:lnTo>
                  <a:pt x="2" y="608"/>
                </a:lnTo>
                <a:lnTo>
                  <a:pt x="2" y="612"/>
                </a:lnTo>
                <a:lnTo>
                  <a:pt x="2" y="612"/>
                </a:lnTo>
                <a:lnTo>
                  <a:pt x="4" y="628"/>
                </a:lnTo>
                <a:lnTo>
                  <a:pt x="4" y="630"/>
                </a:lnTo>
                <a:lnTo>
                  <a:pt x="4" y="630"/>
                </a:lnTo>
                <a:lnTo>
                  <a:pt x="6" y="632"/>
                </a:lnTo>
                <a:lnTo>
                  <a:pt x="6" y="632"/>
                </a:lnTo>
                <a:lnTo>
                  <a:pt x="6" y="638"/>
                </a:lnTo>
                <a:lnTo>
                  <a:pt x="8" y="642"/>
                </a:lnTo>
                <a:lnTo>
                  <a:pt x="8" y="642"/>
                </a:lnTo>
                <a:lnTo>
                  <a:pt x="6" y="644"/>
                </a:lnTo>
                <a:lnTo>
                  <a:pt x="6" y="644"/>
                </a:lnTo>
                <a:lnTo>
                  <a:pt x="8" y="652"/>
                </a:lnTo>
                <a:lnTo>
                  <a:pt x="12" y="660"/>
                </a:lnTo>
                <a:lnTo>
                  <a:pt x="12" y="660"/>
                </a:lnTo>
                <a:lnTo>
                  <a:pt x="16" y="662"/>
                </a:lnTo>
                <a:lnTo>
                  <a:pt x="16" y="662"/>
                </a:lnTo>
                <a:lnTo>
                  <a:pt x="16" y="664"/>
                </a:lnTo>
                <a:lnTo>
                  <a:pt x="16" y="664"/>
                </a:lnTo>
                <a:lnTo>
                  <a:pt x="20" y="664"/>
                </a:lnTo>
                <a:lnTo>
                  <a:pt x="20" y="664"/>
                </a:lnTo>
                <a:lnTo>
                  <a:pt x="22" y="666"/>
                </a:lnTo>
                <a:lnTo>
                  <a:pt x="22" y="666"/>
                </a:lnTo>
                <a:lnTo>
                  <a:pt x="26" y="668"/>
                </a:lnTo>
                <a:lnTo>
                  <a:pt x="26" y="668"/>
                </a:lnTo>
                <a:lnTo>
                  <a:pt x="30" y="668"/>
                </a:lnTo>
                <a:lnTo>
                  <a:pt x="30" y="668"/>
                </a:lnTo>
                <a:lnTo>
                  <a:pt x="40" y="666"/>
                </a:lnTo>
                <a:lnTo>
                  <a:pt x="46" y="662"/>
                </a:lnTo>
                <a:lnTo>
                  <a:pt x="46" y="662"/>
                </a:lnTo>
                <a:lnTo>
                  <a:pt x="52" y="660"/>
                </a:lnTo>
                <a:lnTo>
                  <a:pt x="52" y="660"/>
                </a:lnTo>
                <a:lnTo>
                  <a:pt x="72" y="646"/>
                </a:lnTo>
                <a:lnTo>
                  <a:pt x="72" y="646"/>
                </a:lnTo>
                <a:lnTo>
                  <a:pt x="90" y="634"/>
                </a:lnTo>
                <a:lnTo>
                  <a:pt x="90" y="634"/>
                </a:lnTo>
                <a:lnTo>
                  <a:pt x="94" y="632"/>
                </a:lnTo>
                <a:lnTo>
                  <a:pt x="94" y="632"/>
                </a:lnTo>
                <a:lnTo>
                  <a:pt x="116" y="618"/>
                </a:lnTo>
                <a:lnTo>
                  <a:pt x="116" y="618"/>
                </a:lnTo>
                <a:lnTo>
                  <a:pt x="118" y="616"/>
                </a:lnTo>
                <a:lnTo>
                  <a:pt x="118" y="616"/>
                </a:lnTo>
                <a:lnTo>
                  <a:pt x="122" y="614"/>
                </a:lnTo>
                <a:lnTo>
                  <a:pt x="122" y="614"/>
                </a:lnTo>
                <a:lnTo>
                  <a:pt x="130" y="610"/>
                </a:lnTo>
                <a:lnTo>
                  <a:pt x="136" y="606"/>
                </a:lnTo>
                <a:lnTo>
                  <a:pt x="136" y="606"/>
                </a:lnTo>
                <a:lnTo>
                  <a:pt x="138" y="604"/>
                </a:lnTo>
                <a:lnTo>
                  <a:pt x="138" y="604"/>
                </a:lnTo>
                <a:lnTo>
                  <a:pt x="150" y="596"/>
                </a:lnTo>
                <a:lnTo>
                  <a:pt x="160" y="588"/>
                </a:lnTo>
                <a:lnTo>
                  <a:pt x="160" y="588"/>
                </a:lnTo>
                <a:lnTo>
                  <a:pt x="162" y="582"/>
                </a:lnTo>
                <a:lnTo>
                  <a:pt x="162" y="582"/>
                </a:lnTo>
                <a:lnTo>
                  <a:pt x="162" y="580"/>
                </a:lnTo>
                <a:lnTo>
                  <a:pt x="160" y="578"/>
                </a:lnTo>
                <a:lnTo>
                  <a:pt x="160" y="578"/>
                </a:lnTo>
                <a:close/>
              </a:path>
            </a:pathLst>
          </a:custGeom>
          <a:solidFill>
            <a:schemeClr val="accent3">
              <a:lumMod val="60000"/>
              <a:lumOff val="40000"/>
            </a:schemeClr>
          </a:solidFill>
          <a:ln w="9525" cap="flat" cmpd="sng" algn="ctr">
            <a:solidFill>
              <a:schemeClr val="accent3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121728" tIns="60864" rIns="121728" bIns="60864" numCol="1" anchor="t" anchorCtr="0" compatLnSpc="1">
            <a:prstTxWarp prst="textNoShape">
              <a:avLst/>
            </a:prstTxWarp>
          </a:bodyPr>
          <a:lstStyle/>
          <a:p>
            <a:endParaRPr lang="en-US" sz="2396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24DAFA3-6D6D-9FC5-5209-10AA387C29C1}"/>
              </a:ext>
            </a:extLst>
          </p:cNvPr>
          <p:cNvSpPr txBox="1"/>
          <p:nvPr/>
        </p:nvSpPr>
        <p:spPr>
          <a:xfrm>
            <a:off x="8666451" y="4539323"/>
            <a:ext cx="297068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2000" b="1" dirty="0">
                <a:highlight>
                  <a:srgbClr val="47D45A"/>
                </a:highlight>
                <a:latin typeface="Apple SD Gothic Neo" panose="02000300000000000000" pitchFamily="2" charset="-127"/>
                <a:ea typeface="Apple SD Gothic Neo" panose="02000300000000000000" pitchFamily="2" charset="-127"/>
              </a:rPr>
              <a:t>Normal images and text </a:t>
            </a:r>
            <a:br>
              <a:rPr lang="en-US" sz="2000" b="1" dirty="0">
                <a:highlight>
                  <a:srgbClr val="47D45A"/>
                </a:highlight>
                <a:latin typeface="Apple SD Gothic Neo" panose="02000300000000000000" pitchFamily="2" charset="-127"/>
                <a:ea typeface="Apple SD Gothic Neo" panose="02000300000000000000" pitchFamily="2" charset="-127"/>
              </a:rPr>
            </a:br>
            <a:r>
              <a:rPr lang="en-US" sz="2000" b="1" dirty="0">
                <a:highlight>
                  <a:srgbClr val="47D45A"/>
                </a:highlight>
                <a:latin typeface="Apple SD Gothic Neo" panose="02000300000000000000" pitchFamily="2" charset="-127"/>
                <a:ea typeface="Apple SD Gothic Neo" panose="02000300000000000000" pitchFamily="2" charset="-127"/>
              </a:rPr>
              <a:t>remains untouched</a:t>
            </a:r>
          </a:p>
        </p:txBody>
      </p:sp>
    </p:spTree>
    <p:extLst>
      <p:ext uri="{BB962C8B-B14F-4D97-AF65-F5344CB8AC3E}">
        <p14:creationId xmlns:p14="http://schemas.microsoft.com/office/powerpoint/2010/main" val="410794532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hink-cell data - do not delete" hidden="1">
            <a:extLst>
              <a:ext uri="{FF2B5EF4-FFF2-40B4-BE49-F238E27FC236}">
                <a16:creationId xmlns:a16="http://schemas.microsoft.com/office/drawing/2014/main" id="{98F98CD0-A0F1-1861-7007-C48F9142F424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548486930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5" name="Picture 4">
            <a:extLst>
              <a:ext uri="{FF2B5EF4-FFF2-40B4-BE49-F238E27FC236}">
                <a16:creationId xmlns:a16="http://schemas.microsoft.com/office/drawing/2014/main" id="{2BDF4414-AEA5-AB79-A8AB-080694B9565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09800" y="1066703"/>
            <a:ext cx="7772400" cy="47245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451433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UNDODONOTDELETE" val="0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1075</TotalTime>
  <Words>20</Words>
  <Application>Microsoft Macintosh PowerPoint</Application>
  <PresentationFormat>Widescreen</PresentationFormat>
  <Paragraphs>3</Paragraphs>
  <Slides>2</Slides>
  <Notes>0</Notes>
  <HiddenSlides>0</HiddenSlides>
  <MMClips>0</MMClips>
  <ScaleCrop>false</ScaleCrop>
  <HeadingPairs>
    <vt:vector size="8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8" baseType="lpstr">
      <vt:lpstr>Apple SD Gothic Neo</vt:lpstr>
      <vt:lpstr>Aptos</vt:lpstr>
      <vt:lpstr>Aptos Display</vt:lpstr>
      <vt:lpstr>Arial</vt:lpstr>
      <vt:lpstr>Office Theme</vt:lpstr>
      <vt:lpstr>think-cell Slide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Graeber, Felix</dc:creator>
  <cp:lastModifiedBy>Graeber, Felix</cp:lastModifiedBy>
  <cp:revision>1</cp:revision>
  <dcterms:created xsi:type="dcterms:W3CDTF">2024-04-07T18:14:01Z</dcterms:created>
  <dcterms:modified xsi:type="dcterms:W3CDTF">2024-04-08T12:09:35Z</dcterms:modified>
</cp:coreProperties>
</file>